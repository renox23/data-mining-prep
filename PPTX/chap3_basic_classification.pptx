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ink/ink2.xml" ContentType="application/inkml+xml"/>
  <Default Extension="doc" ContentType="application/msword"/>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ink/ink1.xml" ContentType="application/inkml+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4"/>
  </p:notesMasterIdLst>
  <p:handoutMasterIdLst>
    <p:handoutMasterId r:id="rId65"/>
  </p:handoutMasterIdLst>
  <p:sldIdLst>
    <p:sldId id="608" r:id="rId2"/>
    <p:sldId id="537" r:id="rId3"/>
    <p:sldId id="600" r:id="rId4"/>
    <p:sldId id="538" r:id="rId5"/>
    <p:sldId id="518" r:id="rId6"/>
    <p:sldId id="582" r:id="rId7"/>
    <p:sldId id="583" r:id="rId8"/>
    <p:sldId id="584" r:id="rId9"/>
    <p:sldId id="585" r:id="rId10"/>
    <p:sldId id="586" r:id="rId11"/>
    <p:sldId id="587" r:id="rId12"/>
    <p:sldId id="588" r:id="rId13"/>
    <p:sldId id="635" r:id="rId14"/>
    <p:sldId id="602" r:id="rId15"/>
    <p:sldId id="589" r:id="rId16"/>
    <p:sldId id="592" r:id="rId17"/>
    <p:sldId id="591" r:id="rId18"/>
    <p:sldId id="629" r:id="rId19"/>
    <p:sldId id="630" r:id="rId20"/>
    <p:sldId id="626" r:id="rId21"/>
    <p:sldId id="523" r:id="rId22"/>
    <p:sldId id="593" r:id="rId23"/>
    <p:sldId id="524" r:id="rId24"/>
    <p:sldId id="544" r:id="rId25"/>
    <p:sldId id="594" r:id="rId26"/>
    <p:sldId id="525" r:id="rId27"/>
    <p:sldId id="597" r:id="rId28"/>
    <p:sldId id="599" r:id="rId29"/>
    <p:sldId id="557" r:id="rId30"/>
    <p:sldId id="606" r:id="rId31"/>
    <p:sldId id="603" r:id="rId32"/>
    <p:sldId id="527" r:id="rId33"/>
    <p:sldId id="613" r:id="rId34"/>
    <p:sldId id="556" r:id="rId35"/>
    <p:sldId id="528" r:id="rId36"/>
    <p:sldId id="598" r:id="rId37"/>
    <p:sldId id="530" r:id="rId38"/>
    <p:sldId id="620" r:id="rId39"/>
    <p:sldId id="622" r:id="rId40"/>
    <p:sldId id="623" r:id="rId41"/>
    <p:sldId id="624" r:id="rId42"/>
    <p:sldId id="625" r:id="rId43"/>
    <p:sldId id="618" r:id="rId44"/>
    <p:sldId id="533" r:id="rId45"/>
    <p:sldId id="558" r:id="rId46"/>
    <p:sldId id="534" r:id="rId47"/>
    <p:sldId id="607" r:id="rId48"/>
    <p:sldId id="535" r:id="rId49"/>
    <p:sldId id="611" r:id="rId50"/>
    <p:sldId id="541" r:id="rId51"/>
    <p:sldId id="559" r:id="rId52"/>
    <p:sldId id="542" r:id="rId53"/>
    <p:sldId id="610" r:id="rId54"/>
    <p:sldId id="575" r:id="rId55"/>
    <p:sldId id="590" r:id="rId56"/>
    <p:sldId id="614" r:id="rId57"/>
    <p:sldId id="632" r:id="rId58"/>
    <p:sldId id="634" r:id="rId59"/>
    <p:sldId id="615" r:id="rId60"/>
    <p:sldId id="636" r:id="rId61"/>
    <p:sldId id="637" r:id="rId62"/>
    <p:sldId id="638" r:id="rId63"/>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736">
          <p15:clr>
            <a:srgbClr val="A4A3A4"/>
          </p15:clr>
        </p15:guide>
      </p15:sldGuideLst>
    </p:ext>
    <p:ext uri="{2D200454-40CA-4A62-9FC3-DE9A4176ACB9}">
      <p15:notesGuideLst xmlns:p15="http://schemas.microsoft.com/office/powerpoint/2012/main" xmlns="">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2A8487"/>
    <a:srgbClr val="1C5A61"/>
    <a:srgbClr val="0C6D9C"/>
    <a:srgbClr val="FF0000"/>
    <a:srgbClr val="CC3300"/>
    <a:srgbClr val="F5F5F5"/>
    <a:srgbClr val="CCFFFF"/>
    <a:srgbClr val="CCEC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12"/>
  </p:normalViewPr>
  <p:slideViewPr>
    <p:cSldViewPr>
      <p:cViewPr varScale="1">
        <p:scale>
          <a:sx n="68" d="100"/>
          <a:sy n="68" d="100"/>
        </p:scale>
        <p:origin x="-1446" y="-96"/>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2995"/>
    </p:cViewPr>
  </p:sorterViewPr>
  <p:notesViewPr>
    <p:cSldViewPr>
      <p:cViewPr varScale="1">
        <p:scale>
          <a:sx n="83" d="100"/>
          <a:sy n="83" d="100"/>
        </p:scale>
        <p:origin x="-840" y="-66"/>
      </p:cViewPr>
      <p:guideLst>
        <p:guide orient="horz" pos="2929"/>
        <p:guide pos="2209"/>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 Id="rId5" Type="http://schemas.openxmlformats.org/officeDocument/2006/relationships/image" Target="../media/image31.emf"/><Relationship Id="rId4" Type="http://schemas.openxmlformats.org/officeDocument/2006/relationships/image" Target="../media/image30.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image" Target="../media/image65.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1-02-03T19:29:27.202"/>
    </inkml:context>
    <inkml:brush xml:id="br0">
      <inkml:brushProperty name="width" value="0.05292" units="cm"/>
      <inkml:brushProperty name="height" value="0.05292" units="cm"/>
      <inkml:brushProperty name="color" value="#FF0000"/>
    </inkml:brush>
  </inkml:definitions>
  <inkml:trace contextRef="#ctx0" brushRef="#br0">15986 10272 256 0,'0'0'92'0,"0"-1"-45"0,0 0 25 0,0 0-3 16,0 0-66-16,0 0-1 0,1-1 4 0,0 0 7 0,1 0-4 15,-1-3-5-15,-1 3-7 0,1-2-2 0,1-1 0 16,-1 3 5-16,2-6 4 0,-1 2 0 0,0 0 3 16,0 0 16-16,-1 2 21 0,0 0 11 0,2-4 1 15,-1 2 23-15,0-1 11 0,0-1-6 0,-1 4 8 16,0 0-16-16,0-1-9 0,-1 3-6 0,1 0-1 0,0 0-32 0,-1 1-17 0,1-1 1 0,0 0-6 15,0 1 1-15,0 0 1 0,0 0 1 0,2 0-1 16,-1-1-11-16,0 1 8 0,0 1-7 0,-1 0 6 16,0 0-9-16,0 0 7 15,0 1 2-15,0 1 3 0,0-1 6 0,0 0 6 16,0 0 3-16,0 0 1 0,-1 0 2 0,0 0 3 16,0 0-5-16,0 0 4 0,0 0-7 0,0 1 4 0,0-1-5 15,0 1 4-15,0 0-13 0,0 1-10 0,0-2 3 16,0 7-4-16,2 2 1 0,-1-1 7 15,2 4-2-15,0-2 3 0,0 0-14 0,1 2 3 16,1-3-1-16,-2 0 3 0,1 0 7 0,-1 0-1 16,0-2-4-16,1 1 3 0,-1-1 12 0,-1-1 16 15,-1 0 6-15,0-2 1 0,0 1 13 0,1-1-25 0,-1-2 9 16,0 0-15-16,0 1-8 0,0-1-3 16,1 0-1-16,1 0 2 0,-1-1 2 0,4-1-2 0,-1 0-2 0,-3 0 1 15,4 4-10-15,-3-3 7 0,1 0-5 16,-3-2 6-16,3 2-3 0,-1-1-1 0,-1-1 0 0,4 2-1 15,-5-2-3-15,2 0-10 0,0 0-4 0,-2 0 0 0,3 0-5 16,-2 0-11-16,0 0 0 0,0 0-8 0,-1 0-31 16,0 0-56-16,0 0-25 0,0 0-23 15,-1 1-187-15</inkml:trace>
  <inkml:trace contextRef="#ctx0" brushRef="#br0" timeOffset="714.6">16139 10049 747 0,'0'0'0'0,"0"-1"6"0,0 0-59 0,0 0-42 15,0 1 6-15,1 0-15 0,0 0 23 0</inkml:trace>
  <inkml:trace contextRef="#ctx0" brushRef="#br0" timeOffset="788.6">16228 10041 277 0,'0'0'78'0,"0"0"-84"16,0 0 77-16,0 0-39 0,0 0-42 0,0-1-8 16,0 0-10-16,0 0-9 0,0 0-114 0</inkml:trace>
  <inkml:trace contextRef="#ctx0" brushRef="#br0" timeOffset="2446.24">16399 10041 946 0,'0'0'36'0,"0"0"-9"0,0-1 10 0,-1 0 0 0,0 0-31 0,1 0-9 0,0 0-4 16,0 0-2-16,0 0 2 0,0 0 7 0,0 0 4 15,0-1 0-15,0 0 1 0,0 0 0 0,0-1-9 16,0 1 5-16,0 0-5 0,0 0 6 0,0 0-1 0,0 0-3 16,-1 1 1-16,0 0-3 0,0 0 5 0,0 0-1 15,-1 0 2-15,-1 0-6 0,-3-3 2 16,-2 0 5-16,-3 0-1 0,2 1 6 0,-2 0-10 16,-1 0 2-16,3 2-3 0,-2 0 3 0,0 0 5 15,-1 0-2-15,-1 1 4 0,-1 0 1 0,1 0 6 0,-1 1-6 16,1 0 6-16,0 1 3 0,-1 2 16 0,2-2-3 15,0 1 5-15,2 0-10 0,-1 0-14 16,1 0 7-16,-2 1-10 0,0-1 4 16,2 0-5-16,0-1 0 0,1 0 0 0,0 0 4 15,2-1 3-15,-2 1-3 0,2 0 2 0,0-1-4 0,0 0-3 16,0 0-3-16,1 0-1 0,-1 0-3 0,0 0 3 16,0 0 2-16,0 1 0 0,1-1-9 0,-1 0 0 15,2 0 5-15,0 0-1 0,1 0 2 0,0 0 5 16,1 0-9-16,1-1 6 0,0 0-9 0,1 0 9 15,-2 2-1-15,2-2 3 0,-1 1-4 0,-1 0 1 16,0 1-4-16,0 0 2 0,0 2-6 0,-1 2 13 16,3 1 6-16,-2 0 1 0,1 1 3 0,1-1-15 0,-2 1 1 15,2 1-3-15,0 0 11 0,0 0-13 0,-5-1 8 16,1 0-8-16,2-1 9 0,0 1-6 0,1-1 2 16,1-1-3-16,0 1-1 0,0 1 3 0,0-1-3 0,0 0 4 0,-2 4 2 0,3-6-5 15,-1 3 2 1,1 0-3-16,0-1 3 0,0 1 1 0,0-2 0 0,0 2 0 0,0 1-3 0,0 0-4 0,0 1 1 15,0-3-2-15,0 3 5 0,0 0 2 0,0-1 2 16,0 0-1-16,1 0 5 16,1-2-8-16,-1 0 3 0,0-1-3 15,0 0 6-15,1 0 6 0,-1-2-4 0,1 0 3 16,0 1-10-16,0 0 6 0,1 0 1 0,1-1 1 0,-2 0-4 16,4 1 0-16,0 0-5 0,2-1 3 0,-1-1-3 15,0 2 6-15,0-1 1 0,0-1 1 0,1 0-7 16,0-1 6-16,1 0-3 0,-2 0 3 0,2 1-11 0,0-2 4 15,-1 0 0-15,1 1 2 0,2-1-1 0,-1 6-1 16,2 0 1-16,1-2 1 0,-3-2 8 0,3 0-8 16,0-1 0-16,0 0-2 0,1 1-2 0,-1-1 8 15,1-1-4-15,-2 0 8 0,-2 0-9 0,1 0 7 0,-2-1-5 0,-2 0 6 0,3 0-4 16,-4 0 2-16,2 0 5 0,-3 0-3 0,1-1-1 0,2 0-3 16,0-1 0-16,2-1-1 0,-1-2 0 0,3 0 8 15,-1-1-4-15,0-1 5 0,2 0-9 0,-2 1-1 16,2-2 0-16,0 0 0 0,-1-1 3 0,0 1-4 15,-1 6-1-15,-1-9 0 16,0-1 4-16,-3 1 0 0,1-2 6 0,-3-1-3 0,-1 2 6 16,-2-1 20-16,0-1-9 0,-1 0 13 0,10-3-19 15,-5 1-1-15,-1-4-2 0,-4 1 0 0,-1 1-10 0,-1-1-3 16,-2 4-2 0,0-3 1-16,-1 3 0 0,-1-1-5 0,-2 1 2 15,1 2-5-15,-1 1-5 0,-1 0-19 0,6 1-4 0,-12 2-6 16,1 0-22-16,-1 1-111 0,-2 2-45 0</inkml:trace>
</inkml:ink>
</file>

<file path=ppt/ink/ink2.xml><?xml version="1.0" encoding="utf-8"?>
<inkml:ink xmlns:inkml="http://www.w3.org/2003/InkML">
  <inkml:definitions>
    <inkml:context xml:id="ctx0">
      <inkml:inkSource xml:id="inkSrc0">
        <inkml:traceFormat>
          <inkml:channel name="X" type="integer" max="28800" units="cm"/>
          <inkml:channel name="Y" type="integer" max="18000" units="cm"/>
          <inkml:channel name="F" type="integer" max="4095"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1-02-03T19:31:38.557"/>
    </inkml:context>
    <inkml:brush xml:id="br0">
      <inkml:brushProperty name="width" value="0.05292" units="cm"/>
      <inkml:brushProperty name="height" value="0.05292" units="cm"/>
      <inkml:brushProperty name="color" value="#FF0000"/>
    </inkml:brush>
  </inkml:definitions>
  <inkml:trace contextRef="#ctx0" brushRef="#br0">7439 4864 256 0,'0'0'-70'0,"0"0"26"0</inkml:trace>
  <inkml:trace contextRef="#ctx0" brushRef="#br0" timeOffset="375.58">7449 4822 105 0,'0'0'68'0,"0"0"-18"0,0 0 59 0,0 0-11 0,0 0-60 0,0 0-24 16,0 0 0-16,0 0-7 0,-1 0 2 0,0 0-1 15,0 0 1-15,0 0 0 0,-1 0 1 0,1 0 25 16,0 0 3-16,0 0 7 0,0 0 5 0,0 0-12 16,0 1 1-16,0 0-2 0,0 0 3 0,0 0 1 15,0 0-7-15,0 0 4 0,0 0-17 0,-1 0-14 16,0 0 2-16,-1 1-6 0,-1 1 1 0,-2 1-4 16,-3 1 1-16,5-3-1 0,-1 0 16 0,4-2 0 15,0 0 3-15,0 0-2 0,-1 1 0 0,0-1-13 16,0 1 0-16,0 0-4 0,0 1-7 0,1-1 6 0,0 0-1 15,0 0 1-15,-1 0-3 0,1 0 8 16,-1 0-4-16,1-1 4 0,0 0-4 0,-1 0 0 0,1 0 4 16,0 0-3-16,0 0-1 0,0 0 5 0,0 0-7 15,0 0 7-15,0 0-10 0,0 0 3 0,0 0 4 16,0 0-1-16,0 0 1 0,0 0 3 0,0 0-5 0,0 0 7 16,0 0 15-16,0 0 13 0,1 0-3 0,-1 0 3 15,-1 1-19-15,1-1-7 0,0 1 2 0,0 0-3 16,0 0 1-16,0 0-9 0,0 0 0 0,0 0-4 15,0 0-7-15,0 0 6 0,0 0 0 0,-1 1 0 0,0-1-8 16,0 0-44-16,0 0-38 0,0 0-24 16,0 0-356-16</inkml:trace>
  <inkml:trace contextRef="#ctx0" brushRef="#br0" timeOffset="2062.46">11505 16717 571 0,'0'0'0'16,"0"0"50"-16,-1 0-1 0,0 0 2 0,0 0 5 0,0 0-30 16,0 0 11-16,0 0 38 0,-1 0-5 0,0 1 3 15,0 1-44-15,0-1-20 0,-1 0-2 0,1 0-6 16,0 0 2-16,0 0 0 0,0 0-3 0,0 0 0 16,0 0-13-16,0 0-103 0,1 0-31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xmlns="" id="{9277B3A8-67C7-4473-9C1F-2BA18C20115F}"/>
              </a:ext>
            </a:extLst>
          </p:cNvPr>
          <p:cNvSpPr>
            <a:spLocks noGrp="1" noChangeArrowheads="1"/>
          </p:cNvSpPr>
          <p:nvPr>
            <p:ph type="body" sz="quarter" idx="3"/>
          </p:nvPr>
        </p:nvSpPr>
        <p:spPr bwMode="auto">
          <a:xfrm>
            <a:off x="932591" y="4416098"/>
            <a:ext cx="5143698" cy="41809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6811" tIns="48408" rIns="96811" bIns="4840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a:extLst>
              <a:ext uri="{FF2B5EF4-FFF2-40B4-BE49-F238E27FC236}">
                <a16:creationId xmlns:a16="http://schemas.microsoft.com/office/drawing/2014/main" xmlns="" id="{3FE134F7-90DD-4F1D-939E-74E223554649}"/>
              </a:ext>
            </a:extLst>
          </p:cNvPr>
          <p:cNvSpPr>
            <a:spLocks noGrp="1" noRot="1" noChangeAspect="1" noChangeArrowheads="1" noTextEdit="1"/>
          </p:cNvSpPr>
          <p:nvPr>
            <p:ph type="sldImg" idx="2"/>
          </p:nvPr>
        </p:nvSpPr>
        <p:spPr bwMode="auto">
          <a:xfrm>
            <a:off x="1192213" y="704850"/>
            <a:ext cx="4629150" cy="3471863"/>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69900"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xmlns="" id="{F0B64970-62DD-4CCB-BE49-E6E4750ADDA8}"/>
              </a:ext>
            </a:extLst>
          </p:cNvPr>
          <p:cNvSpPr>
            <a:spLocks noGrp="1" noRot="1" noChangeAspect="1" noChangeArrowheads="1" noTextEdit="1"/>
          </p:cNvSpPr>
          <p:nvPr>
            <p:ph type="sldImg"/>
          </p:nvPr>
        </p:nvSpPr>
        <p:spPr>
          <a:xfrm>
            <a:off x="1185863" y="700088"/>
            <a:ext cx="4643437" cy="3482975"/>
          </a:xfrm>
          <a:ln/>
        </p:spPr>
      </p:sp>
      <p:sp>
        <p:nvSpPr>
          <p:cNvPr id="56323" name="Rectangle 3">
            <a:extLst>
              <a:ext uri="{FF2B5EF4-FFF2-40B4-BE49-F238E27FC236}">
                <a16:creationId xmlns:a16="http://schemas.microsoft.com/office/drawing/2014/main" xmlns="" id="{62F05AA2-C02A-41DD-8091-E72CDA86AF47}"/>
              </a:ext>
            </a:extLst>
          </p:cNvPr>
          <p:cNvSpPr>
            <a:spLocks noGrp="1" noChangeArrowheads="1"/>
          </p:cNvSpPr>
          <p:nvPr>
            <p:ph type="body" idx="1"/>
          </p:nvPr>
        </p:nvSpPr>
        <p:spPr>
          <a:xfrm>
            <a:off x="934112" y="4416098"/>
            <a:ext cx="5142177" cy="4180921"/>
          </a:xfrm>
          <a:extLs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txBody>
          <a:bodyPr lIns="91577" tIns="45784" rIns="91577" bIns="45784"/>
          <a:lstStyle/>
          <a:p>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xmlns="" id="{FCDDEAF5-9425-4DDC-A2D2-5810C9FFB78D}"/>
              </a:ext>
            </a:extLst>
          </p:cNvPr>
          <p:cNvSpPr>
            <a:spLocks noGrp="1" noRot="1" noChangeAspect="1" noChangeArrowheads="1" noTextEdit="1"/>
          </p:cNvSpPr>
          <p:nvPr>
            <p:ph type="sldImg"/>
          </p:nvPr>
        </p:nvSpPr>
        <p:spPr>
          <a:xfrm>
            <a:off x="1187450" y="698500"/>
            <a:ext cx="4643438" cy="3484563"/>
          </a:xfrm>
          <a:solidFill>
            <a:srgbClr val="FFFFFF"/>
          </a:solidFill>
          <a:ln/>
        </p:spPr>
      </p:sp>
      <p:sp>
        <p:nvSpPr>
          <p:cNvPr id="57347" name="Rectangle 3">
            <a:extLst>
              <a:ext uri="{FF2B5EF4-FFF2-40B4-BE49-F238E27FC236}">
                <a16:creationId xmlns:a16="http://schemas.microsoft.com/office/drawing/2014/main" xmlns="" id="{EFD0D418-3071-46CA-B154-602AA1AB3FE3}"/>
              </a:ext>
            </a:extLst>
          </p:cNvPr>
          <p:cNvSpPr>
            <a:spLocks noGrp="1" noChangeArrowheads="1"/>
          </p:cNvSpPr>
          <p:nvPr>
            <p:ph type="body" idx="1"/>
          </p:nvPr>
        </p:nvSpPr>
        <p:spPr>
          <a:xfrm>
            <a:off x="934112" y="4414561"/>
            <a:ext cx="5142177" cy="4183995"/>
          </a:xfrm>
          <a:solidFill>
            <a:srgbClr val="FFFFFF"/>
          </a:solidFill>
          <a:ln w="12700">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txBody>
          <a:bodyPr lIns="91595" tIns="45798" rIns="91595" bIns="45798"/>
          <a:lstStyle/>
          <a:p>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xmlns="" id="{20B3041E-EF8E-4B4D-8CED-02568D6775A1}"/>
              </a:ext>
            </a:extLst>
          </p:cNvPr>
          <p:cNvSpPr>
            <a:spLocks noGrp="1" noRot="1" noChangeAspect="1" noTextEdit="1"/>
          </p:cNvSpPr>
          <p:nvPr>
            <p:ph type="sldImg"/>
          </p:nvPr>
        </p:nvSpPr>
        <p:spPr>
          <a:xfrm>
            <a:off x="1192213" y="704850"/>
            <a:ext cx="4629150" cy="3471863"/>
          </a:xfrm>
          <a:ln/>
        </p:spPr>
      </p:sp>
      <p:sp>
        <p:nvSpPr>
          <p:cNvPr id="58371" name="Notes Placeholder 2">
            <a:extLst>
              <a:ext uri="{FF2B5EF4-FFF2-40B4-BE49-F238E27FC236}">
                <a16:creationId xmlns:a16="http://schemas.microsoft.com/office/drawing/2014/main" xmlns="" id="{992D7DAD-5E42-4229-9A2B-16AC2D9553FD}"/>
              </a:ext>
            </a:extLst>
          </p:cNvPr>
          <p:cNvSpPr>
            <a:spLocks noGrp="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txBody>
          <a:bodyPr/>
          <a:lstStyle/>
          <a:p>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xmlns="" id="{EAF7AB66-8BEC-4374-B582-654D42812F60}"/>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5" name="Footer Placeholder 4">
            <a:extLst>
              <a:ext uri="{FF2B5EF4-FFF2-40B4-BE49-F238E27FC236}">
                <a16:creationId xmlns:a16="http://schemas.microsoft.com/office/drawing/2014/main" xmlns="" id="{2FC4F4FC-889D-4209-8548-C1427F832ADB}"/>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5">
            <a:extLst>
              <a:ext uri="{FF2B5EF4-FFF2-40B4-BE49-F238E27FC236}">
                <a16:creationId xmlns:a16="http://schemas.microsoft.com/office/drawing/2014/main" xmlns="" id="{3E752E91-62B6-4061-8AAF-A1889813113E}"/>
              </a:ext>
            </a:extLst>
          </p:cNvPr>
          <p:cNvSpPr>
            <a:spLocks noGrp="1"/>
          </p:cNvSpPr>
          <p:nvPr>
            <p:ph type="sldNum" sz="quarter" idx="12"/>
          </p:nvPr>
        </p:nvSpPr>
        <p:spPr/>
        <p:txBody>
          <a:bodyPr/>
          <a:lstStyle>
            <a:lvl1pPr>
              <a:defRPr/>
            </a:lvl1pPr>
          </a:lstStyle>
          <a:p>
            <a:pPr>
              <a:defRPr/>
            </a:pPr>
            <a:fld id="{B04030DB-C84A-437B-98A8-C1055F5463A3}" type="slidenum">
              <a:rPr lang="en-US"/>
              <a:pPr>
                <a:defRPr/>
              </a:pPr>
              <a:t>‹#›</a:t>
            </a:fld>
            <a:endParaRPr lang="en-US"/>
          </a:p>
        </p:txBody>
      </p:sp>
    </p:spTree>
    <p:extLst>
      <p:ext uri="{BB962C8B-B14F-4D97-AF65-F5344CB8AC3E}">
        <p14:creationId xmlns:p14="http://schemas.microsoft.com/office/powerpoint/2010/main" xmlns="" val="3504246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6C71980-C1C8-4457-9F6A-96D532D2DE07}"/>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5" name="Footer Placeholder 4">
            <a:extLst>
              <a:ext uri="{FF2B5EF4-FFF2-40B4-BE49-F238E27FC236}">
                <a16:creationId xmlns:a16="http://schemas.microsoft.com/office/drawing/2014/main" xmlns="" id="{956EDED4-8281-48BC-9DC3-53F66806440B}"/>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5">
            <a:extLst>
              <a:ext uri="{FF2B5EF4-FFF2-40B4-BE49-F238E27FC236}">
                <a16:creationId xmlns:a16="http://schemas.microsoft.com/office/drawing/2014/main" xmlns="" id="{B541B9BB-6491-48F2-B082-FC6E13A384E0}"/>
              </a:ext>
            </a:extLst>
          </p:cNvPr>
          <p:cNvSpPr>
            <a:spLocks noGrp="1"/>
          </p:cNvSpPr>
          <p:nvPr>
            <p:ph type="sldNum" sz="quarter" idx="12"/>
          </p:nvPr>
        </p:nvSpPr>
        <p:spPr/>
        <p:txBody>
          <a:bodyPr/>
          <a:lstStyle>
            <a:lvl1pPr>
              <a:defRPr/>
            </a:lvl1pPr>
          </a:lstStyle>
          <a:p>
            <a:pPr>
              <a:defRPr/>
            </a:pPr>
            <a:fld id="{24876ADD-85D9-4CF9-A35B-123309FF4FEE}" type="slidenum">
              <a:rPr lang="en-US"/>
              <a:pPr>
                <a:defRPr/>
              </a:pPr>
              <a:t>‹#›</a:t>
            </a:fld>
            <a:endParaRPr lang="en-US"/>
          </a:p>
        </p:txBody>
      </p:sp>
    </p:spTree>
    <p:extLst>
      <p:ext uri="{BB962C8B-B14F-4D97-AF65-F5344CB8AC3E}">
        <p14:creationId xmlns:p14="http://schemas.microsoft.com/office/powerpoint/2010/main" xmlns="" val="3201952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xmlns="" id="{9F090355-5FEF-4FD5-BB07-08E844407D32}"/>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5" name="Footer Placeholder 4">
            <a:extLst>
              <a:ext uri="{FF2B5EF4-FFF2-40B4-BE49-F238E27FC236}">
                <a16:creationId xmlns:a16="http://schemas.microsoft.com/office/drawing/2014/main" xmlns="" id="{834C9272-297F-44FA-B478-6D02E406FCCB}"/>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5">
            <a:extLst>
              <a:ext uri="{FF2B5EF4-FFF2-40B4-BE49-F238E27FC236}">
                <a16:creationId xmlns:a16="http://schemas.microsoft.com/office/drawing/2014/main" xmlns="" id="{F50CC2C9-7724-4AF5-B9DA-C3E472DEFE55}"/>
              </a:ext>
            </a:extLst>
          </p:cNvPr>
          <p:cNvSpPr>
            <a:spLocks noGrp="1"/>
          </p:cNvSpPr>
          <p:nvPr>
            <p:ph type="sldNum" sz="quarter" idx="12"/>
          </p:nvPr>
        </p:nvSpPr>
        <p:spPr/>
        <p:txBody>
          <a:bodyPr/>
          <a:lstStyle>
            <a:lvl1pPr>
              <a:defRPr/>
            </a:lvl1pPr>
          </a:lstStyle>
          <a:p>
            <a:pPr>
              <a:defRPr/>
            </a:pPr>
            <a:fld id="{231ABA30-5C07-4190-BB1A-CB854329E83E}" type="slidenum">
              <a:rPr lang="en-US"/>
              <a:pPr>
                <a:defRPr/>
              </a:pPr>
              <a:t>‹#›</a:t>
            </a:fld>
            <a:endParaRPr lang="en-US"/>
          </a:p>
        </p:txBody>
      </p:sp>
    </p:spTree>
    <p:extLst>
      <p:ext uri="{BB962C8B-B14F-4D97-AF65-F5344CB8AC3E}">
        <p14:creationId xmlns:p14="http://schemas.microsoft.com/office/powerpoint/2010/main" xmlns="" val="2763375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EBDC30A7-4926-40A3-B3DC-AEB032458C85}"/>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6" name="Footer Placeholder 5">
            <a:extLst>
              <a:ext uri="{FF2B5EF4-FFF2-40B4-BE49-F238E27FC236}">
                <a16:creationId xmlns:a16="http://schemas.microsoft.com/office/drawing/2014/main" xmlns="" id="{07171E5B-7ACA-4D12-B9E7-E8687F49A02B}"/>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7" name="Slide Number Placeholder 6">
            <a:extLst>
              <a:ext uri="{FF2B5EF4-FFF2-40B4-BE49-F238E27FC236}">
                <a16:creationId xmlns:a16="http://schemas.microsoft.com/office/drawing/2014/main" xmlns="" id="{B484153C-B741-4628-9750-A6B692D33AB1}"/>
              </a:ext>
            </a:extLst>
          </p:cNvPr>
          <p:cNvSpPr>
            <a:spLocks noGrp="1"/>
          </p:cNvSpPr>
          <p:nvPr>
            <p:ph type="sldNum" sz="quarter" idx="12"/>
          </p:nvPr>
        </p:nvSpPr>
        <p:spPr/>
        <p:txBody>
          <a:bodyPr/>
          <a:lstStyle>
            <a:lvl1pPr>
              <a:defRPr/>
            </a:lvl1pPr>
          </a:lstStyle>
          <a:p>
            <a:pPr>
              <a:defRPr/>
            </a:pPr>
            <a:fld id="{D6AB45EF-3B47-450B-BC67-DCDC7D68D2DF}" type="slidenum">
              <a:rPr lang="en-US"/>
              <a:pPr>
                <a:defRPr/>
              </a:pPr>
              <a:t>‹#›</a:t>
            </a:fld>
            <a:endParaRPr lang="en-US"/>
          </a:p>
        </p:txBody>
      </p:sp>
    </p:spTree>
    <p:extLst>
      <p:ext uri="{BB962C8B-B14F-4D97-AF65-F5344CB8AC3E}">
        <p14:creationId xmlns:p14="http://schemas.microsoft.com/office/powerpoint/2010/main" xmlns="" val="2235468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8DDFC1F6-C458-46F6-B0BD-38DC3620CE2A}"/>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8" name="Footer Placeholder 7">
            <a:extLst>
              <a:ext uri="{FF2B5EF4-FFF2-40B4-BE49-F238E27FC236}">
                <a16:creationId xmlns:a16="http://schemas.microsoft.com/office/drawing/2014/main" xmlns="" id="{91EE49FB-57EF-466C-A8A9-2F28FBFCCAF4}"/>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9" name="Slide Number Placeholder 8">
            <a:extLst>
              <a:ext uri="{FF2B5EF4-FFF2-40B4-BE49-F238E27FC236}">
                <a16:creationId xmlns:a16="http://schemas.microsoft.com/office/drawing/2014/main" xmlns="" id="{8DE7D181-759B-49B8-A953-647A97935B68}"/>
              </a:ext>
            </a:extLst>
          </p:cNvPr>
          <p:cNvSpPr>
            <a:spLocks noGrp="1"/>
          </p:cNvSpPr>
          <p:nvPr>
            <p:ph type="sldNum" sz="quarter" idx="12"/>
          </p:nvPr>
        </p:nvSpPr>
        <p:spPr/>
        <p:txBody>
          <a:bodyPr/>
          <a:lstStyle>
            <a:lvl1pPr>
              <a:defRPr/>
            </a:lvl1pPr>
          </a:lstStyle>
          <a:p>
            <a:pPr>
              <a:defRPr/>
            </a:pPr>
            <a:fld id="{1414A348-CE91-4292-9AB0-F99CB4CD1B25}" type="slidenum">
              <a:rPr lang="en-US"/>
              <a:pPr>
                <a:defRPr/>
              </a:pPr>
              <a:t>‹#›</a:t>
            </a:fld>
            <a:endParaRPr lang="en-US"/>
          </a:p>
        </p:txBody>
      </p:sp>
    </p:spTree>
    <p:extLst>
      <p:ext uri="{BB962C8B-B14F-4D97-AF65-F5344CB8AC3E}">
        <p14:creationId xmlns:p14="http://schemas.microsoft.com/office/powerpoint/2010/main" xmlns="" val="3365322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49E90BEF-6253-4D72-8553-3D34C72D4070}"/>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5754D8E0-D346-419B-A9B5-A7B5A9C4BD93}"/>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5" name="Slide Number Placeholder 4">
            <a:extLst>
              <a:ext uri="{FF2B5EF4-FFF2-40B4-BE49-F238E27FC236}">
                <a16:creationId xmlns:a16="http://schemas.microsoft.com/office/drawing/2014/main" xmlns="" id="{A124A60E-F033-46F8-B461-915F241DB2BD}"/>
              </a:ext>
            </a:extLst>
          </p:cNvPr>
          <p:cNvSpPr>
            <a:spLocks noGrp="1"/>
          </p:cNvSpPr>
          <p:nvPr>
            <p:ph type="sldNum" sz="quarter" idx="12"/>
          </p:nvPr>
        </p:nvSpPr>
        <p:spPr/>
        <p:txBody>
          <a:bodyPr/>
          <a:lstStyle>
            <a:lvl1pPr>
              <a:defRPr/>
            </a:lvl1pPr>
          </a:lstStyle>
          <a:p>
            <a:pPr>
              <a:defRPr/>
            </a:pPr>
            <a:fld id="{94D6E141-97F8-4B3F-847A-A8137189DD69}" type="slidenum">
              <a:rPr lang="en-US"/>
              <a:pPr>
                <a:defRPr/>
              </a:pPr>
              <a:t>‹#›</a:t>
            </a:fld>
            <a:endParaRPr lang="en-US"/>
          </a:p>
        </p:txBody>
      </p:sp>
    </p:spTree>
    <p:extLst>
      <p:ext uri="{BB962C8B-B14F-4D97-AF65-F5344CB8AC3E}">
        <p14:creationId xmlns:p14="http://schemas.microsoft.com/office/powerpoint/2010/main" xmlns="" val="1516317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17C7691-5F7E-46F5-A49D-15FBE797D482}"/>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34AFD8DA-3FCD-4194-BB65-ED1ADB1BBEE4}"/>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4" name="Slide Number Placeholder 3">
            <a:extLst>
              <a:ext uri="{FF2B5EF4-FFF2-40B4-BE49-F238E27FC236}">
                <a16:creationId xmlns:a16="http://schemas.microsoft.com/office/drawing/2014/main" xmlns="" id="{19520564-0793-46A9-A4F5-CD6CFA389BB1}"/>
              </a:ext>
            </a:extLst>
          </p:cNvPr>
          <p:cNvSpPr>
            <a:spLocks noGrp="1"/>
          </p:cNvSpPr>
          <p:nvPr>
            <p:ph type="sldNum" sz="quarter" idx="12"/>
          </p:nvPr>
        </p:nvSpPr>
        <p:spPr/>
        <p:txBody>
          <a:bodyPr/>
          <a:lstStyle>
            <a:lvl1pPr>
              <a:defRPr/>
            </a:lvl1pPr>
          </a:lstStyle>
          <a:p>
            <a:pPr>
              <a:defRPr/>
            </a:pPr>
            <a:fld id="{76EE10A9-468F-43A0-AA1F-444D5252CD82}" type="slidenum">
              <a:rPr lang="en-US"/>
              <a:pPr>
                <a:defRPr/>
              </a:pPr>
              <a:t>‹#›</a:t>
            </a:fld>
            <a:endParaRPr lang="en-US"/>
          </a:p>
        </p:txBody>
      </p:sp>
    </p:spTree>
    <p:extLst>
      <p:ext uri="{BB962C8B-B14F-4D97-AF65-F5344CB8AC3E}">
        <p14:creationId xmlns:p14="http://schemas.microsoft.com/office/powerpoint/2010/main" xmlns="" val="1015207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xmlns="" id="{3271DE60-975A-4778-9583-C8700479AF06}"/>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6" name="Footer Placeholder 5">
            <a:extLst>
              <a:ext uri="{FF2B5EF4-FFF2-40B4-BE49-F238E27FC236}">
                <a16:creationId xmlns:a16="http://schemas.microsoft.com/office/drawing/2014/main" xmlns="" id="{A6806BDB-F234-47E6-A3EE-5A34D34D1F68}"/>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7" name="Slide Number Placeholder 6">
            <a:extLst>
              <a:ext uri="{FF2B5EF4-FFF2-40B4-BE49-F238E27FC236}">
                <a16:creationId xmlns:a16="http://schemas.microsoft.com/office/drawing/2014/main" xmlns="" id="{D5060F21-1145-4032-9BA5-A50FAE79DEE4}"/>
              </a:ext>
            </a:extLst>
          </p:cNvPr>
          <p:cNvSpPr>
            <a:spLocks noGrp="1"/>
          </p:cNvSpPr>
          <p:nvPr>
            <p:ph type="sldNum" sz="quarter" idx="12"/>
          </p:nvPr>
        </p:nvSpPr>
        <p:spPr/>
        <p:txBody>
          <a:bodyPr/>
          <a:lstStyle>
            <a:lvl1pPr>
              <a:defRPr/>
            </a:lvl1pPr>
          </a:lstStyle>
          <a:p>
            <a:pPr>
              <a:defRPr/>
            </a:pPr>
            <a:fld id="{5C66CDED-EC16-4D05-BE8C-F537553C03AA}" type="slidenum">
              <a:rPr lang="en-US"/>
              <a:pPr>
                <a:defRPr/>
              </a:pPr>
              <a:t>‹#›</a:t>
            </a:fld>
            <a:endParaRPr lang="en-US"/>
          </a:p>
        </p:txBody>
      </p:sp>
    </p:spTree>
    <p:extLst>
      <p:ext uri="{BB962C8B-B14F-4D97-AF65-F5344CB8AC3E}">
        <p14:creationId xmlns:p14="http://schemas.microsoft.com/office/powerpoint/2010/main" xmlns="" val="2356397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xmlns="" id="{EB30DA54-A986-4935-BD72-340598F0C789}"/>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6" name="Footer Placeholder 5">
            <a:extLst>
              <a:ext uri="{FF2B5EF4-FFF2-40B4-BE49-F238E27FC236}">
                <a16:creationId xmlns:a16="http://schemas.microsoft.com/office/drawing/2014/main" xmlns="" id="{A0E136B6-70C4-4FD1-9FC9-C5CFEFAD9C0B}"/>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7" name="Slide Number Placeholder 6">
            <a:extLst>
              <a:ext uri="{FF2B5EF4-FFF2-40B4-BE49-F238E27FC236}">
                <a16:creationId xmlns:a16="http://schemas.microsoft.com/office/drawing/2014/main" xmlns="" id="{3FA293E0-3E30-4489-9664-EBC7CF187B22}"/>
              </a:ext>
            </a:extLst>
          </p:cNvPr>
          <p:cNvSpPr>
            <a:spLocks noGrp="1"/>
          </p:cNvSpPr>
          <p:nvPr>
            <p:ph type="sldNum" sz="quarter" idx="12"/>
          </p:nvPr>
        </p:nvSpPr>
        <p:spPr/>
        <p:txBody>
          <a:bodyPr/>
          <a:lstStyle>
            <a:lvl1pPr>
              <a:defRPr/>
            </a:lvl1pPr>
          </a:lstStyle>
          <a:p>
            <a:pPr>
              <a:defRPr/>
            </a:pPr>
            <a:fld id="{51706FC9-E9D5-4381-B73B-9601D9E38A4E}" type="slidenum">
              <a:rPr lang="en-US"/>
              <a:pPr>
                <a:defRPr/>
              </a:pPr>
              <a:t>‹#›</a:t>
            </a:fld>
            <a:endParaRPr lang="en-US"/>
          </a:p>
        </p:txBody>
      </p:sp>
    </p:spTree>
    <p:extLst>
      <p:ext uri="{BB962C8B-B14F-4D97-AF65-F5344CB8AC3E}">
        <p14:creationId xmlns:p14="http://schemas.microsoft.com/office/powerpoint/2010/main" xmlns="" val="4228776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D31D285-3BD2-4F3B-BBAB-C04FC3DEC2F3}"/>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5" name="Footer Placeholder 4">
            <a:extLst>
              <a:ext uri="{FF2B5EF4-FFF2-40B4-BE49-F238E27FC236}">
                <a16:creationId xmlns:a16="http://schemas.microsoft.com/office/drawing/2014/main" xmlns="" id="{08D76FC5-CD46-443D-AF3B-EB208BB6723C}"/>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5">
            <a:extLst>
              <a:ext uri="{FF2B5EF4-FFF2-40B4-BE49-F238E27FC236}">
                <a16:creationId xmlns:a16="http://schemas.microsoft.com/office/drawing/2014/main" xmlns="" id="{1622B4E4-8C04-4104-9FE3-95B574A00EBE}"/>
              </a:ext>
            </a:extLst>
          </p:cNvPr>
          <p:cNvSpPr>
            <a:spLocks noGrp="1"/>
          </p:cNvSpPr>
          <p:nvPr>
            <p:ph type="sldNum" sz="quarter" idx="12"/>
          </p:nvPr>
        </p:nvSpPr>
        <p:spPr/>
        <p:txBody>
          <a:bodyPr/>
          <a:lstStyle>
            <a:lvl1pPr>
              <a:defRPr/>
            </a:lvl1pPr>
          </a:lstStyle>
          <a:p>
            <a:pPr>
              <a:defRPr/>
            </a:pPr>
            <a:fld id="{E0437938-371B-47C1-885B-7ACB9ACC155C}" type="slidenum">
              <a:rPr lang="en-US"/>
              <a:pPr>
                <a:defRPr/>
              </a:pPr>
              <a:t>‹#›</a:t>
            </a:fld>
            <a:endParaRPr lang="en-US"/>
          </a:p>
        </p:txBody>
      </p:sp>
    </p:spTree>
    <p:extLst>
      <p:ext uri="{BB962C8B-B14F-4D97-AF65-F5344CB8AC3E}">
        <p14:creationId xmlns:p14="http://schemas.microsoft.com/office/powerpoint/2010/main" xmlns="" val="221566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DE5EA3C-4E81-4614-B8B4-D60DFDC2C6E8}"/>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5" name="Footer Placeholder 4">
            <a:extLst>
              <a:ext uri="{FF2B5EF4-FFF2-40B4-BE49-F238E27FC236}">
                <a16:creationId xmlns:a16="http://schemas.microsoft.com/office/drawing/2014/main" xmlns="" id="{66A56C88-2B9E-4E1F-924E-B499BD4584DB}"/>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5">
            <a:extLst>
              <a:ext uri="{FF2B5EF4-FFF2-40B4-BE49-F238E27FC236}">
                <a16:creationId xmlns:a16="http://schemas.microsoft.com/office/drawing/2014/main" xmlns="" id="{EC58784C-9166-43BE-A081-B123289D326C}"/>
              </a:ext>
            </a:extLst>
          </p:cNvPr>
          <p:cNvSpPr>
            <a:spLocks noGrp="1"/>
          </p:cNvSpPr>
          <p:nvPr>
            <p:ph type="sldNum" sz="quarter" idx="12"/>
          </p:nvPr>
        </p:nvSpPr>
        <p:spPr/>
        <p:txBody>
          <a:bodyPr/>
          <a:lstStyle>
            <a:lvl1pPr>
              <a:defRPr/>
            </a:lvl1pPr>
          </a:lstStyle>
          <a:p>
            <a:pPr>
              <a:defRPr/>
            </a:pPr>
            <a:fld id="{C479269F-7759-4DA0-9608-D32C3E3BFEEB}" type="slidenum">
              <a:rPr lang="en-US"/>
              <a:pPr>
                <a:defRPr/>
              </a:pPr>
              <a:t>‹#›</a:t>
            </a:fld>
            <a:endParaRPr lang="en-US"/>
          </a:p>
        </p:txBody>
      </p:sp>
    </p:spTree>
    <p:extLst>
      <p:ext uri="{BB962C8B-B14F-4D97-AF65-F5344CB8AC3E}">
        <p14:creationId xmlns:p14="http://schemas.microsoft.com/office/powerpoint/2010/main" xmlns="" val="3180545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able Placeholder 2"/>
          <p:cNvSpPr>
            <a:spLocks noGrp="1"/>
          </p:cNvSpPr>
          <p:nvPr>
            <p:ph type="tbl" idx="1"/>
          </p:nvPr>
        </p:nvSpPr>
        <p:spPr>
          <a:xfrm>
            <a:off x="411163" y="1143000"/>
            <a:ext cx="8318500" cy="5181600"/>
          </a:xfrm>
        </p:spPr>
        <p:txBody>
          <a:bodyPr/>
          <a:lstStyle/>
          <a:p>
            <a:pPr lvl="0"/>
            <a:endParaRPr lang="en-US" noProof="0"/>
          </a:p>
        </p:txBody>
      </p:sp>
      <p:sp>
        <p:nvSpPr>
          <p:cNvPr id="4" name="Date Placeholder 3">
            <a:extLst>
              <a:ext uri="{FF2B5EF4-FFF2-40B4-BE49-F238E27FC236}">
                <a16:creationId xmlns:a16="http://schemas.microsoft.com/office/drawing/2014/main" xmlns="" id="{33EDAC3C-E6EB-4C75-9D16-CE1BFB8B6610}"/>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5" name="Footer Placeholder 4">
            <a:extLst>
              <a:ext uri="{FF2B5EF4-FFF2-40B4-BE49-F238E27FC236}">
                <a16:creationId xmlns:a16="http://schemas.microsoft.com/office/drawing/2014/main" xmlns="" id="{6B05AD7E-CBEF-49AB-A4DD-E4595D3E27E1}"/>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5">
            <a:extLst>
              <a:ext uri="{FF2B5EF4-FFF2-40B4-BE49-F238E27FC236}">
                <a16:creationId xmlns:a16="http://schemas.microsoft.com/office/drawing/2014/main" xmlns="" id="{AAF39139-E158-4F9E-8870-36DCC0094E0B}"/>
              </a:ext>
            </a:extLst>
          </p:cNvPr>
          <p:cNvSpPr>
            <a:spLocks noGrp="1"/>
          </p:cNvSpPr>
          <p:nvPr>
            <p:ph type="sldNum" sz="quarter" idx="12"/>
          </p:nvPr>
        </p:nvSpPr>
        <p:spPr/>
        <p:txBody>
          <a:bodyPr/>
          <a:lstStyle>
            <a:lvl1pPr>
              <a:defRPr/>
            </a:lvl1pPr>
          </a:lstStyle>
          <a:p>
            <a:pPr>
              <a:defRPr/>
            </a:pPr>
            <a:fld id="{D4DAD124-652D-4699-9BEB-BF0A63105A1A}" type="slidenum">
              <a:rPr lang="en-US"/>
              <a:pPr>
                <a:defRPr/>
              </a:pPr>
              <a:t>‹#›</a:t>
            </a:fld>
            <a:endParaRPr lang="en-US"/>
          </a:p>
        </p:txBody>
      </p:sp>
    </p:spTree>
    <p:extLst>
      <p:ext uri="{BB962C8B-B14F-4D97-AF65-F5344CB8AC3E}">
        <p14:creationId xmlns:p14="http://schemas.microsoft.com/office/powerpoint/2010/main" xmlns="" val="513434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38502A53-3B60-466B-B1DF-038EAD17E42A}"/>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6" name="Footer Placeholder 5">
            <a:extLst>
              <a:ext uri="{FF2B5EF4-FFF2-40B4-BE49-F238E27FC236}">
                <a16:creationId xmlns:a16="http://schemas.microsoft.com/office/drawing/2014/main" xmlns="" id="{E3135803-0B27-4F43-A185-3763EC4ED440}"/>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7" name="Slide Number Placeholder 6">
            <a:extLst>
              <a:ext uri="{FF2B5EF4-FFF2-40B4-BE49-F238E27FC236}">
                <a16:creationId xmlns:a16="http://schemas.microsoft.com/office/drawing/2014/main" xmlns="" id="{D1C395D3-A094-4D9D-8522-A6248BF7E560}"/>
              </a:ext>
            </a:extLst>
          </p:cNvPr>
          <p:cNvSpPr>
            <a:spLocks noGrp="1"/>
          </p:cNvSpPr>
          <p:nvPr>
            <p:ph type="sldNum" sz="quarter" idx="12"/>
          </p:nvPr>
        </p:nvSpPr>
        <p:spPr/>
        <p:txBody>
          <a:bodyPr/>
          <a:lstStyle>
            <a:lvl1pPr>
              <a:defRPr/>
            </a:lvl1pPr>
          </a:lstStyle>
          <a:p>
            <a:pPr>
              <a:defRPr/>
            </a:pPr>
            <a:fld id="{14FE6091-0CA5-4BB6-82E3-E3DDEB668526}" type="slidenum">
              <a:rPr lang="en-US"/>
              <a:pPr>
                <a:defRPr/>
              </a:pPr>
              <a:t>‹#›</a:t>
            </a:fld>
            <a:endParaRPr lang="en-US"/>
          </a:p>
        </p:txBody>
      </p:sp>
    </p:spTree>
    <p:extLst>
      <p:ext uri="{BB962C8B-B14F-4D97-AF65-F5344CB8AC3E}">
        <p14:creationId xmlns:p14="http://schemas.microsoft.com/office/powerpoint/2010/main" xmlns="" val="2720753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xmlns="" id="{4AA4356F-CD02-4726-A4AB-6FEC6084EA7A}"/>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7" name="Footer Placeholder 6">
            <a:extLst>
              <a:ext uri="{FF2B5EF4-FFF2-40B4-BE49-F238E27FC236}">
                <a16:creationId xmlns:a16="http://schemas.microsoft.com/office/drawing/2014/main" xmlns="" id="{03362CAB-4783-4D17-9D0F-38B6CF0FFB72}"/>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8" name="Slide Number Placeholder 7">
            <a:extLst>
              <a:ext uri="{FF2B5EF4-FFF2-40B4-BE49-F238E27FC236}">
                <a16:creationId xmlns:a16="http://schemas.microsoft.com/office/drawing/2014/main" xmlns="" id="{134AD326-B49A-480D-9BCA-F1F273A8E882}"/>
              </a:ext>
            </a:extLst>
          </p:cNvPr>
          <p:cNvSpPr>
            <a:spLocks noGrp="1"/>
          </p:cNvSpPr>
          <p:nvPr>
            <p:ph type="sldNum" sz="quarter" idx="12"/>
          </p:nvPr>
        </p:nvSpPr>
        <p:spPr/>
        <p:txBody>
          <a:bodyPr/>
          <a:lstStyle>
            <a:lvl1pPr>
              <a:defRPr/>
            </a:lvl1pPr>
          </a:lstStyle>
          <a:p>
            <a:pPr>
              <a:defRPr/>
            </a:pPr>
            <a:fld id="{0163C97A-1A61-43C2-9A71-CFE5CD1BBA9D}" type="slidenum">
              <a:rPr lang="en-US"/>
              <a:pPr>
                <a:defRPr/>
              </a:pPr>
              <a:t>‹#›</a:t>
            </a:fld>
            <a:endParaRPr lang="en-US"/>
          </a:p>
        </p:txBody>
      </p:sp>
    </p:spTree>
    <p:extLst>
      <p:ext uri="{BB962C8B-B14F-4D97-AF65-F5344CB8AC3E}">
        <p14:creationId xmlns:p14="http://schemas.microsoft.com/office/powerpoint/2010/main" xmlns="" val="4241807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83185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1163" y="3810000"/>
            <a:ext cx="83185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D48C836B-BBB1-49CD-806E-1ACF4971D2FA}"/>
              </a:ext>
            </a:extLst>
          </p:cNvPr>
          <p:cNvSpPr>
            <a:spLocks noGrp="1"/>
          </p:cNvSpPr>
          <p:nvPr>
            <p:ph type="dt" sz="half" idx="10"/>
          </p:nvPr>
        </p:nvSpPr>
        <p:spPr/>
        <p:txBody>
          <a:bodyPr/>
          <a:lstStyle>
            <a:lvl1pPr>
              <a:defRPr/>
            </a:lvl1pPr>
          </a:lstStyle>
          <a:p>
            <a:pPr>
              <a:defRPr/>
            </a:pPr>
            <a:r>
              <a:rPr lang="en-US"/>
              <a:t>2/1/2021</a:t>
            </a:r>
            <a:endParaRPr lang="en-US" dirty="0"/>
          </a:p>
        </p:txBody>
      </p:sp>
      <p:sp>
        <p:nvSpPr>
          <p:cNvPr id="6" name="Footer Placeholder 5">
            <a:extLst>
              <a:ext uri="{FF2B5EF4-FFF2-40B4-BE49-F238E27FC236}">
                <a16:creationId xmlns:a16="http://schemas.microsoft.com/office/drawing/2014/main" xmlns="" id="{71A5C0D8-A1FC-4785-96F2-868916A98A5D}"/>
              </a:ext>
            </a:extLst>
          </p:cNvPr>
          <p:cNvSpPr>
            <a:spLocks noGrp="1"/>
          </p:cNvSpPr>
          <p:nvPr>
            <p:ph type="ftr" sz="quarter" idx="11"/>
          </p:nvPr>
        </p:nvSpPr>
        <p:spPr/>
        <p:txBody>
          <a:bodyPr/>
          <a:lstStyle>
            <a:lvl1pPr>
              <a:defRPr/>
            </a:lvl1pPr>
          </a:lstStyle>
          <a:p>
            <a:pPr>
              <a:defRPr/>
            </a:pPr>
            <a:r>
              <a:rPr lang="en-US"/>
              <a:t>Introduction to Data Mining, 2</a:t>
            </a:r>
            <a:r>
              <a:rPr lang="en-US" baseline="30000"/>
              <a:t>nd</a:t>
            </a:r>
            <a:r>
              <a:rPr lang="en-US"/>
              <a:t> Edition</a:t>
            </a:r>
          </a:p>
        </p:txBody>
      </p:sp>
      <p:sp>
        <p:nvSpPr>
          <p:cNvPr id="7" name="Slide Number Placeholder 6">
            <a:extLst>
              <a:ext uri="{FF2B5EF4-FFF2-40B4-BE49-F238E27FC236}">
                <a16:creationId xmlns:a16="http://schemas.microsoft.com/office/drawing/2014/main" xmlns="" id="{CA5C24E1-0393-48F3-8283-A07D27554304}"/>
              </a:ext>
            </a:extLst>
          </p:cNvPr>
          <p:cNvSpPr>
            <a:spLocks noGrp="1"/>
          </p:cNvSpPr>
          <p:nvPr>
            <p:ph type="sldNum" sz="quarter" idx="12"/>
          </p:nvPr>
        </p:nvSpPr>
        <p:spPr/>
        <p:txBody>
          <a:bodyPr/>
          <a:lstStyle>
            <a:lvl1pPr>
              <a:defRPr/>
            </a:lvl1pPr>
          </a:lstStyle>
          <a:p>
            <a:pPr>
              <a:defRPr/>
            </a:pPr>
            <a:fld id="{64D65D86-E609-426B-A8CE-A64F423A7030}" type="slidenum">
              <a:rPr lang="en-US"/>
              <a:pPr>
                <a:defRPr/>
              </a:pPr>
              <a:t>‹#›</a:t>
            </a:fld>
            <a:endParaRPr lang="en-US"/>
          </a:p>
        </p:txBody>
      </p:sp>
    </p:spTree>
    <p:extLst>
      <p:ext uri="{BB962C8B-B14F-4D97-AF65-F5344CB8AC3E}">
        <p14:creationId xmlns:p14="http://schemas.microsoft.com/office/powerpoint/2010/main" xmlns="" val="3074228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D6AD0634-2613-4488-A360-18E5D37B41DB}"/>
              </a:ext>
            </a:extLst>
          </p:cNvPr>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0280C930-2D4E-47AF-965A-C2E890EFEC09}"/>
              </a:ext>
            </a:extLst>
          </p:cNvPr>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a:extLst>
              <a:ext uri="{FF2B5EF4-FFF2-40B4-BE49-F238E27FC236}">
                <a16:creationId xmlns:a16="http://schemas.microsoft.com/office/drawing/2014/main" xmlns="" id="{FBB0EDC6-3D2F-4E03-A555-AB7EDCE0457F}"/>
              </a:ext>
            </a:extLst>
          </p:cNvPr>
          <p:cNvGrpSpPr>
            <a:grpSpLocks/>
          </p:cNvGrpSpPr>
          <p:nvPr userDrawn="1"/>
        </p:nvGrpSpPr>
        <p:grpSpPr bwMode="auto">
          <a:xfrm>
            <a:off x="304800" y="838200"/>
            <a:ext cx="8534400" cy="152400"/>
            <a:chOff x="264" y="788"/>
            <a:chExt cx="5232" cy="124"/>
          </a:xfrm>
        </p:grpSpPr>
        <p:sp>
          <p:nvSpPr>
            <p:cNvPr id="1032" name="Rectangle 17">
              <a:extLst>
                <a:ext uri="{FF2B5EF4-FFF2-40B4-BE49-F238E27FC236}">
                  <a16:creationId xmlns:a16="http://schemas.microsoft.com/office/drawing/2014/main" xmlns="" id="{AFD96532-8723-40E0-8AD8-26F391284255}"/>
                </a:ext>
              </a:extLst>
            </p:cNvPr>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panose="020B0604020202020204" pitchFamily="34" charset="0"/>
                  <a:ea typeface="ＭＳ Ｐゴシック" panose="020B0600070205080204" pitchFamily="34" charset="-128"/>
                </a:defRPr>
              </a:lvl1pPr>
              <a:lvl2pPr marL="742950" indent="-285750">
                <a:defRPr sz="1400" b="1">
                  <a:solidFill>
                    <a:schemeClr val="tx1"/>
                  </a:solidFill>
                  <a:latin typeface="Arial" panose="020B0604020202020204" pitchFamily="34" charset="0"/>
                  <a:ea typeface="ＭＳ Ｐゴシック" panose="020B0600070205080204" pitchFamily="34" charset="-128"/>
                </a:defRPr>
              </a:lvl2pPr>
              <a:lvl3pPr marL="1143000" indent="-228600">
                <a:defRPr sz="1400" b="1">
                  <a:solidFill>
                    <a:schemeClr val="tx1"/>
                  </a:solidFill>
                  <a:latin typeface="Arial" panose="020B0604020202020204" pitchFamily="34" charset="0"/>
                  <a:ea typeface="ＭＳ Ｐゴシック" panose="020B0600070205080204" pitchFamily="34" charset="-128"/>
                </a:defRPr>
              </a:lvl3pPr>
              <a:lvl4pPr marL="1600200" indent="-228600">
                <a:defRPr sz="1400" b="1">
                  <a:solidFill>
                    <a:schemeClr val="tx1"/>
                  </a:solidFill>
                  <a:latin typeface="Arial" panose="020B0604020202020204" pitchFamily="34" charset="0"/>
                  <a:ea typeface="ＭＳ Ｐゴシック" panose="020B0600070205080204" pitchFamily="34" charset="-128"/>
                </a:defRPr>
              </a:lvl4pPr>
              <a:lvl5pPr marL="2057400" indent="-228600">
                <a:defRPr sz="1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33" name="Rectangle 18">
              <a:extLst>
                <a:ext uri="{FF2B5EF4-FFF2-40B4-BE49-F238E27FC236}">
                  <a16:creationId xmlns:a16="http://schemas.microsoft.com/office/drawing/2014/main" xmlns="" id="{E8B966A8-337D-4FF1-A4E2-D44F3A0D7407}"/>
                </a:ext>
              </a:extLst>
            </p:cNvPr>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panose="020B0604020202020204" pitchFamily="34" charset="0"/>
                  <a:ea typeface="ＭＳ Ｐゴシック" panose="020B0600070205080204" pitchFamily="34" charset="-128"/>
                </a:defRPr>
              </a:lvl1pPr>
              <a:lvl2pPr marL="742950" indent="-285750">
                <a:defRPr sz="1400" b="1">
                  <a:solidFill>
                    <a:schemeClr val="tx1"/>
                  </a:solidFill>
                  <a:latin typeface="Arial" panose="020B0604020202020204" pitchFamily="34" charset="0"/>
                  <a:ea typeface="ＭＳ Ｐゴシック" panose="020B0600070205080204" pitchFamily="34" charset="-128"/>
                </a:defRPr>
              </a:lvl2pPr>
              <a:lvl3pPr marL="1143000" indent="-228600">
                <a:defRPr sz="1400" b="1">
                  <a:solidFill>
                    <a:schemeClr val="tx1"/>
                  </a:solidFill>
                  <a:latin typeface="Arial" panose="020B0604020202020204" pitchFamily="34" charset="0"/>
                  <a:ea typeface="ＭＳ Ｐゴシック" panose="020B0600070205080204" pitchFamily="34" charset="-128"/>
                </a:defRPr>
              </a:lvl3pPr>
              <a:lvl4pPr marL="1600200" indent="-228600">
                <a:defRPr sz="1400" b="1">
                  <a:solidFill>
                    <a:schemeClr val="tx1"/>
                  </a:solidFill>
                  <a:latin typeface="Arial" panose="020B0604020202020204" pitchFamily="34" charset="0"/>
                  <a:ea typeface="ＭＳ Ｐゴシック" panose="020B0600070205080204" pitchFamily="34" charset="-128"/>
                </a:defRPr>
              </a:lvl4pPr>
              <a:lvl5pPr marL="2057400" indent="-228600">
                <a:defRPr sz="14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 name="Footer Placeholder 1">
            <a:extLst>
              <a:ext uri="{FF2B5EF4-FFF2-40B4-BE49-F238E27FC236}">
                <a16:creationId xmlns:a16="http://schemas.microsoft.com/office/drawing/2014/main" xmlns="" id="{B7C16EC6-558C-4173-89B4-4706DB978F5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dirty="0" smtClean="0">
                <a:solidFill>
                  <a:schemeClr val="tx1">
                    <a:tint val="75000"/>
                  </a:schemeClr>
                </a:solidFill>
                <a:latin typeface="Arial" charset="0"/>
                <a:ea typeface="ＭＳ Ｐゴシック" charset="-128"/>
              </a:defRPr>
            </a:lvl1pPr>
          </a:lstStyle>
          <a:p>
            <a:pPr>
              <a:defRPr/>
            </a:pPr>
            <a:r>
              <a:rPr lang="en-US"/>
              <a:t>Introduction to Data Mining, 2</a:t>
            </a:r>
            <a:r>
              <a:rPr lang="en-US" baseline="30000"/>
              <a:t>nd</a:t>
            </a:r>
            <a:r>
              <a:rPr lang="en-US"/>
              <a:t> Edition</a:t>
            </a:r>
          </a:p>
        </p:txBody>
      </p:sp>
      <p:sp>
        <p:nvSpPr>
          <p:cNvPr id="3" name="Slide Number Placeholder 2">
            <a:extLst>
              <a:ext uri="{FF2B5EF4-FFF2-40B4-BE49-F238E27FC236}">
                <a16:creationId xmlns:a16="http://schemas.microsoft.com/office/drawing/2014/main" xmlns="" id="{266506A4-A838-434C-ABAB-02288EF9B82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charset="0"/>
                <a:ea typeface="ＭＳ Ｐゴシック" charset="-128"/>
              </a:defRPr>
            </a:lvl1pPr>
          </a:lstStyle>
          <a:p>
            <a:pPr>
              <a:defRPr/>
            </a:pPr>
            <a:fld id="{91B2CA85-76FB-495C-84FC-037B18CA4329}" type="slidenum">
              <a:rPr lang="en-US"/>
              <a:pPr>
                <a:defRPr/>
              </a:pPr>
              <a:t>‹#›</a:t>
            </a:fld>
            <a:endParaRPr lang="en-US"/>
          </a:p>
        </p:txBody>
      </p:sp>
      <p:sp>
        <p:nvSpPr>
          <p:cNvPr id="4" name="Date Placeholder 3">
            <a:extLst>
              <a:ext uri="{FF2B5EF4-FFF2-40B4-BE49-F238E27FC236}">
                <a16:creationId xmlns:a16="http://schemas.microsoft.com/office/drawing/2014/main" xmlns="" id="{B2DA8829-4BBA-4BC4-A745-E82BE7DD1658}"/>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charset="0"/>
                <a:ea typeface="ＭＳ Ｐゴシック" charset="-128"/>
              </a:defRPr>
            </a:lvl1pPr>
          </a:lstStyle>
          <a:p>
            <a:pPr>
              <a:defRPr/>
            </a:pPr>
            <a:r>
              <a:rPr lang="en-US"/>
              <a:t>2/1/2021</a:t>
            </a:r>
            <a:endParaRPr lang="en-US" dirty="0"/>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hf hdr="0"/>
  <p:txStyles>
    <p:titleStyle>
      <a:lvl1pPr algn="l" rtl="0" eaLnBrk="0" fontAlgn="base" hangingPunct="0">
        <a:lnSpc>
          <a:spcPts val="3600"/>
        </a:lnSpc>
        <a:spcBef>
          <a:spcPct val="0"/>
        </a:spcBef>
        <a:spcAft>
          <a:spcPct val="0"/>
        </a:spcAft>
        <a:defRPr sz="3200" b="1">
          <a:solidFill>
            <a:schemeClr val="tx1"/>
          </a:solidFill>
          <a:latin typeface="+mj-lt"/>
          <a:ea typeface="ＭＳ Ｐゴシック" charset="0"/>
          <a:cs typeface="ＭＳ Ｐゴシック" charset="0"/>
        </a:defRPr>
      </a:lvl1pPr>
      <a:lvl2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2pPr>
      <a:lvl3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3pPr>
      <a:lvl4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4pPr>
      <a:lvl5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84" charset="2"/>
        <a:buChar char="l"/>
        <a:defRPr sz="2800">
          <a:solidFill>
            <a:schemeClr val="tx1"/>
          </a:solidFill>
          <a:latin typeface="+mn-lt"/>
          <a:ea typeface="ＭＳ Ｐゴシック" charset="0"/>
          <a:cs typeface="ＭＳ Ｐゴシック" charset="0"/>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ea typeface="ＭＳ Ｐゴシック" charset="0"/>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Office_Word_97_-_2003_Document1.doc"/><Relationship Id="rId2" Type="http://schemas.openxmlformats.org/officeDocument/2006/relationships/slideLayout" Target="../slideLayouts/slideLayout6.xml"/><Relationship Id="rId1"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Office_Word_97_-_2003_Document2.doc"/><Relationship Id="rId2" Type="http://schemas.openxmlformats.org/officeDocument/2006/relationships/slideLayout" Target="../slideLayouts/slideLayout6.xml"/><Relationship Id="rId1" Type="http://schemas.openxmlformats.org/officeDocument/2006/relationships/vmlDrawing" Target="../drawings/vmlDrawing2.vml"/></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Office_Word_97_-_2003_Document3.doc"/><Relationship Id="rId2" Type="http://schemas.openxmlformats.org/officeDocument/2006/relationships/slideLayout" Target="../slideLayouts/slideLayout6.xml"/><Relationship Id="rId1" Type="http://schemas.openxmlformats.org/officeDocument/2006/relationships/vmlDrawing" Target="../drawings/vmlDrawing3.vml"/></Relationships>
</file>

<file path=ppt/slides/_rels/slide9.xml.rels><?xml version="1.0" encoding="UTF-8" standalone="yes"?>
<Relationships xmlns="http://schemas.openxmlformats.org/package/2006/relationships"><Relationship Id="rId3" Type="http://schemas.openxmlformats.org/officeDocument/2006/relationships/oleObject" Target="../embeddings/Microsoft_Office_Word_97_-_2003_Document4.doc"/><Relationship Id="rId2" Type="http://schemas.openxmlformats.org/officeDocument/2006/relationships/slideLayout" Target="../slideLayouts/slideLayout6.xml"/><Relationship Id="rId1" Type="http://schemas.openxmlformats.org/officeDocument/2006/relationships/vmlDrawing" Target="../drawings/vmlDrawing4.vml"/></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Office_Word_97_-_2003_Document5.doc"/><Relationship Id="rId2" Type="http://schemas.openxmlformats.org/officeDocument/2006/relationships/slideLayout" Target="../slideLayouts/slideLayout6.xml"/><Relationship Id="rId1" Type="http://schemas.openxmlformats.org/officeDocument/2006/relationships/vmlDrawing" Target="../drawings/vmlDrawing5.v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Office_Word_97_-_2003_Document6.doc"/><Relationship Id="rId2" Type="http://schemas.openxmlformats.org/officeDocument/2006/relationships/slideLayout" Target="../slideLayouts/slideLayout6.xml"/><Relationship Id="rId1" Type="http://schemas.openxmlformats.org/officeDocument/2006/relationships/vmlDrawing" Target="../drawings/vmlDrawing6.vml"/></Relationships>
</file>

<file path=ppt/slides/_rels/slide12.xml.rels><?xml version="1.0" encoding="UTF-8" standalone="yes"?>
<Relationships xmlns="http://schemas.openxmlformats.org/package/2006/relationships"><Relationship Id="rId3" Type="http://schemas.openxmlformats.org/officeDocument/2006/relationships/oleObject" Target="../embeddings/Microsoft_Office_Word_97_-_2003_Document7.doc"/><Relationship Id="rId2" Type="http://schemas.openxmlformats.org/officeDocument/2006/relationships/slideLayout" Target="../slideLayouts/slideLayout6.xml"/><Relationship Id="rId1" Type="http://schemas.openxmlformats.org/officeDocument/2006/relationships/vmlDrawing" Target="../drawings/vmlDrawing7.vml"/></Relationships>
</file>

<file path=ppt/slides/_rels/slide13.xml.rels><?xml version="1.0" encoding="UTF-8" standalone="yes"?>
<Relationships xmlns="http://schemas.openxmlformats.org/package/2006/relationships"><Relationship Id="rId3" Type="http://schemas.openxmlformats.org/officeDocument/2006/relationships/oleObject" Target="../embeddings/Microsoft_Office_Word_97_-_2003_Document8.doc"/><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Microsoft_Office_Word_97_-_2003_Document9.doc"/><Relationship Id="rId2" Type="http://schemas.openxmlformats.org/officeDocument/2006/relationships/slideLayout" Target="../slideLayouts/slideLayout13.xml"/><Relationship Id="rId1" Type="http://schemas.openxmlformats.org/officeDocument/2006/relationships/vmlDrawing" Target="../drawings/vmlDrawing10.v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11.vml"/><Relationship Id="rId4" Type="http://schemas.openxmlformats.org/officeDocument/2006/relationships/oleObject" Target="../embeddings/Microsoft_Office_Word_97_-_2003_Document10.doc"/></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12.vml"/><Relationship Id="rId4" Type="http://schemas.openxmlformats.org/officeDocument/2006/relationships/oleObject" Target="../embeddings/Microsoft_Office_Word_97_-_2003_Document11.doc"/></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13.vml"/><Relationship Id="rId4" Type="http://schemas.openxmlformats.org/officeDocument/2006/relationships/oleObject" Target="../embeddings/Microsoft_Office_Word_97_-_2003_Document12.doc"/></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14.vml"/><Relationship Id="rId4" Type="http://schemas.openxmlformats.org/officeDocument/2006/relationships/oleObject" Target="../embeddings/Microsoft_Office_Word_97_-_2003_Document13.doc"/></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4.xml"/><Relationship Id="rId1" Type="http://schemas.openxmlformats.org/officeDocument/2006/relationships/vmlDrawing" Target="../drawings/vmlDrawing15.vml"/><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4.xml"/><Relationship Id="rId1" Type="http://schemas.openxmlformats.org/officeDocument/2006/relationships/vmlDrawing" Target="../drawings/vmlDrawing16.v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4.xml"/><Relationship Id="rId1" Type="http://schemas.openxmlformats.org/officeDocument/2006/relationships/vmlDrawing" Target="../drawings/vmlDrawing18.vml"/><Relationship Id="rId4"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Microsoft_Office_Word_97_-_2003_Document14.doc"/><Relationship Id="rId7" Type="http://schemas.openxmlformats.org/officeDocument/2006/relationships/oleObject" Target="../embeddings/Microsoft_Office_Word_97_-_2003_Document18.doc"/><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Microsoft_Office_Word_97_-_2003_Document17.doc"/><Relationship Id="rId5" Type="http://schemas.openxmlformats.org/officeDocument/2006/relationships/oleObject" Target="../embeddings/Microsoft_Office_Word_97_-_2003_Document16.doc"/><Relationship Id="rId4" Type="http://schemas.openxmlformats.org/officeDocument/2006/relationships/oleObject" Target="../embeddings/Microsoft_Office_Word_97_-_2003_Document15.doc"/></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Microsoft_Office_Word_97_-_2003_Document19.doc"/><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Microsoft_Office_Word_97_-_2003_Document22.doc"/><Relationship Id="rId5" Type="http://schemas.openxmlformats.org/officeDocument/2006/relationships/oleObject" Target="../embeddings/Microsoft_Office_Word_97_-_2003_Document21.doc"/><Relationship Id="rId4" Type="http://schemas.openxmlformats.org/officeDocument/2006/relationships/oleObject" Target="../embeddings/Microsoft_Office_Word_97_-_2003_Document20.doc"/></Relationships>
</file>

<file path=ppt/slides/_rels/slide34.xml.rels><?xml version="1.0" encoding="UTF-8" standalone="yes"?>
<Relationships xmlns="http://schemas.openxmlformats.org/package/2006/relationships"><Relationship Id="rId3" Type="http://schemas.openxmlformats.org/officeDocument/2006/relationships/oleObject" Target="../embeddings/Microsoft_Office_Word_97_-_2003_Document23.doc"/><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image" Target="../media/image42.png"/><Relationship Id="rId5" Type="http://schemas.openxmlformats.org/officeDocument/2006/relationships/oleObject" Target="../embeddings/Microsoft_Office_Word_97_-_2003_Document25.doc"/><Relationship Id="rId4" Type="http://schemas.openxmlformats.org/officeDocument/2006/relationships/oleObject" Target="../embeddings/Microsoft_Office_Word_97_-_2003_Document24.doc"/></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Microsoft_Office_Word_97_-_2003_Document26.doc"/><Relationship Id="rId2" Type="http://schemas.openxmlformats.org/officeDocument/2006/relationships/slideLayout" Target="../slideLayouts/slideLayout15.xml"/><Relationship Id="rId1" Type="http://schemas.openxmlformats.org/officeDocument/2006/relationships/vmlDrawing" Target="../drawings/vmlDrawing23.vml"/><Relationship Id="rId4" Type="http://schemas.openxmlformats.org/officeDocument/2006/relationships/oleObject" Target="../embeddings/Microsoft_Office_Word_97_-_2003_Document27.doc"/></Relationships>
</file>

<file path=ppt/slides/_rels/slide37.xml.rels><?xml version="1.0" encoding="UTF-8" standalone="yes"?>
<Relationships xmlns="http://schemas.openxmlformats.org/package/2006/relationships"><Relationship Id="rId3" Type="http://schemas.openxmlformats.org/officeDocument/2006/relationships/oleObject" Target="../embeddings/Microsoft_Office_Word_97_-_2003_Document28.doc"/><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oleObject" Target="../embeddings/Microsoft_Office_Word_97_-_2003_Document30.doc"/><Relationship Id="rId4" Type="http://schemas.openxmlformats.org/officeDocument/2006/relationships/oleObject" Target="../embeddings/Microsoft_Office_Word_97_-_2003_Document29.doc"/></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vmlDrawing" Target="../drawings/vmlDrawing25.vml"/><Relationship Id="rId4" Type="http://schemas.openxmlformats.org/officeDocument/2006/relationships/oleObject" Target="../embeddings/Microsoft_Office_Word_97_-_2003_Document31.doc"/></Relationships>
</file>

<file path=ppt/slides/_rels/slide39.xml.rels><?xml version="1.0" encoding="UTF-8" standalone="yes"?>
<Relationships xmlns="http://schemas.openxmlformats.org/package/2006/relationships"><Relationship Id="rId3" Type="http://schemas.openxmlformats.org/officeDocument/2006/relationships/oleObject" Target="../embeddings/Microsoft_Office_Word_97_-_2003_Document32.doc"/><Relationship Id="rId2" Type="http://schemas.openxmlformats.org/officeDocument/2006/relationships/slideLayout" Target="../slideLayouts/slideLayout2.xml"/><Relationship Id="rId1" Type="http://schemas.openxmlformats.org/officeDocument/2006/relationships/vmlDrawing" Target="../drawings/vmlDrawing26.vml"/></Relationships>
</file>

<file path=ppt/slides/_rels/slide40.xml.rels><?xml version="1.0" encoding="UTF-8" standalone="yes"?>
<Relationships xmlns="http://schemas.openxmlformats.org/package/2006/relationships"><Relationship Id="rId3" Type="http://schemas.openxmlformats.org/officeDocument/2006/relationships/oleObject" Target="../embeddings/Microsoft_Office_Word_97_-_2003_Document33.doc"/><Relationship Id="rId2" Type="http://schemas.openxmlformats.org/officeDocument/2006/relationships/slideLayout" Target="../slideLayouts/slideLayout2.xml"/><Relationship Id="rId1" Type="http://schemas.openxmlformats.org/officeDocument/2006/relationships/vmlDrawing" Target="../drawings/vmlDrawing27.vml"/></Relationships>
</file>

<file path=ppt/slides/_rels/slide41.xml.rels><?xml version="1.0" encoding="UTF-8" standalone="yes"?>
<Relationships xmlns="http://schemas.openxmlformats.org/package/2006/relationships"><Relationship Id="rId3" Type="http://schemas.openxmlformats.org/officeDocument/2006/relationships/oleObject" Target="../embeddings/Microsoft_Office_Word_97_-_2003_Document34.doc"/><Relationship Id="rId2" Type="http://schemas.openxmlformats.org/officeDocument/2006/relationships/slideLayout" Target="../slideLayouts/slideLayout2.xml"/><Relationship Id="rId1" Type="http://schemas.openxmlformats.org/officeDocument/2006/relationships/vmlDrawing" Target="../drawings/vmlDrawing28.vml"/></Relationships>
</file>

<file path=ppt/slides/_rels/slide42.xml.rels><?xml version="1.0" encoding="UTF-8" standalone="yes"?>
<Relationships xmlns="http://schemas.openxmlformats.org/package/2006/relationships"><Relationship Id="rId3" Type="http://schemas.openxmlformats.org/officeDocument/2006/relationships/oleObject" Target="../embeddings/Microsoft_Office_Word_97_-_2003_Document35.doc"/><Relationship Id="rId2" Type="http://schemas.openxmlformats.org/officeDocument/2006/relationships/slideLayout" Target="../slideLayouts/slideLayout2.xml"/><Relationship Id="rId1" Type="http://schemas.openxmlformats.org/officeDocument/2006/relationships/vmlDrawing" Target="../drawings/vmlDrawing29.vml"/></Relationships>
</file>

<file path=ppt/slides/_rels/slide43.xml.rels><?xml version="1.0" encoding="UTF-8" standalone="yes"?>
<Relationships xmlns="http://schemas.openxmlformats.org/package/2006/relationships"><Relationship Id="rId3" Type="http://schemas.openxmlformats.org/officeDocument/2006/relationships/oleObject" Target="../embeddings/Microsoft_Office_Word_97_-_2003_Document36.doc"/><Relationship Id="rId2" Type="http://schemas.openxmlformats.org/officeDocument/2006/relationships/slideLayout" Target="../slideLayouts/slideLayout2.xml"/><Relationship Id="rId1" Type="http://schemas.openxmlformats.org/officeDocument/2006/relationships/vmlDrawing" Target="../drawings/vmlDrawing30.v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Microsoft_Office_Word_97_-_2003_Document37.doc"/><Relationship Id="rId2" Type="http://schemas.openxmlformats.org/officeDocument/2006/relationships/slideLayout" Target="../slideLayouts/slideLayout6.xml"/><Relationship Id="rId1" Type="http://schemas.openxmlformats.org/officeDocument/2006/relationships/vmlDrawing" Target="../drawings/vmlDrawing31.vml"/><Relationship Id="rId6" Type="http://schemas.openxmlformats.org/officeDocument/2006/relationships/image" Target="../media/image54.png"/><Relationship Id="rId5" Type="http://schemas.openxmlformats.org/officeDocument/2006/relationships/oleObject" Target="../embeddings/Microsoft_Office_Word_97_-_2003_Document39.doc"/><Relationship Id="rId4" Type="http://schemas.openxmlformats.org/officeDocument/2006/relationships/oleObject" Target="../embeddings/Microsoft_Office_Word_97_-_2003_Document38.doc"/></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32.v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0.png"/><Relationship Id="rId2" Type="http://schemas.openxmlformats.org/officeDocument/2006/relationships/slideLayout" Target="../slideLayouts/slideLayout15.xml"/><Relationship Id="rId1" Type="http://schemas.openxmlformats.org/officeDocument/2006/relationships/vmlDrawing" Target="../drawings/vmlDrawing33.vml"/><Relationship Id="rId6" Type="http://schemas.openxmlformats.org/officeDocument/2006/relationships/oleObject" Target="../embeddings/Microsoft_Office_Word_97_-_2003_Document42.doc"/><Relationship Id="rId5" Type="http://schemas.openxmlformats.org/officeDocument/2006/relationships/oleObject" Target="../embeddings/Microsoft_Office_Word_97_-_2003_Document41.doc"/><Relationship Id="rId4" Type="http://schemas.openxmlformats.org/officeDocument/2006/relationships/oleObject" Target="../embeddings/Microsoft_Office_Word_97_-_2003_Document40.doc"/></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Microsoft_Office_Word_97_-_2003_Document43.doc"/><Relationship Id="rId2" Type="http://schemas.openxmlformats.org/officeDocument/2006/relationships/slideLayout" Target="../slideLayouts/slideLayout6.xml"/><Relationship Id="rId1" Type="http://schemas.openxmlformats.org/officeDocument/2006/relationships/vmlDrawing" Target="../drawings/vmlDrawing34.vml"/><Relationship Id="rId6" Type="http://schemas.openxmlformats.org/officeDocument/2006/relationships/image" Target="../media/image63.png"/><Relationship Id="rId5" Type="http://schemas.openxmlformats.org/officeDocument/2006/relationships/oleObject" Target="../embeddings/Microsoft_Office_Word_97_-_2003_Document45.doc"/><Relationship Id="rId4" Type="http://schemas.openxmlformats.org/officeDocument/2006/relationships/oleObject" Target="../embeddings/Microsoft_Office_Word_97_-_2003_Document44.doc"/></Relationships>
</file>

<file path=ppt/slides/_rels/slide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Microsoft_Office_Word_97_-_2003_Document46.doc"/><Relationship Id="rId2" Type="http://schemas.openxmlformats.org/officeDocument/2006/relationships/slideLayout" Target="../slideLayouts/slideLayout6.xml"/><Relationship Id="rId1" Type="http://schemas.openxmlformats.org/officeDocument/2006/relationships/vmlDrawing" Target="../drawings/vmlDrawing35.vml"/><Relationship Id="rId4" Type="http://schemas.openxmlformats.org/officeDocument/2006/relationships/oleObject" Target="../embeddings/Microsoft_Office_Word_97_-_2003_Document47.doc"/></Relationships>
</file>

<file path=ppt/slides/_rels/slide54.xml.rels><?xml version="1.0" encoding="UTF-8" standalone="yes"?>
<Relationships xmlns="http://schemas.openxmlformats.org/package/2006/relationships"><Relationship Id="rId3" Type="http://schemas.openxmlformats.org/officeDocument/2006/relationships/oleObject" Target="../embeddings/Microsoft_Office_Word_97_-_2003_Document48.doc"/><Relationship Id="rId2" Type="http://schemas.openxmlformats.org/officeDocument/2006/relationships/slideLayout" Target="../slideLayouts/slideLayout6.xml"/><Relationship Id="rId1" Type="http://schemas.openxmlformats.org/officeDocument/2006/relationships/vmlDrawing" Target="../drawings/vmlDrawing36.vml"/><Relationship Id="rId5" Type="http://schemas.openxmlformats.org/officeDocument/2006/relationships/oleObject" Target="../embeddings/Microsoft_Office_Word_97_-_2003_Document50.doc"/><Relationship Id="rId4" Type="http://schemas.openxmlformats.org/officeDocument/2006/relationships/oleObject" Target="../embeddings/Microsoft_Office_Word_97_-_2003_Document49.doc"/></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4.emf"/><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73.emf"/><Relationship Id="rId4" Type="http://schemas.openxmlformats.org/officeDocument/2006/relationships/customXml" Target="../ink/ink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xmlns="" id="{4AF3285F-F532-4C69-95A5-0DFDA2E19AC4}"/>
              </a:ext>
            </a:extLst>
          </p:cNvPr>
          <p:cNvSpPr>
            <a:spLocks noGrp="1" noChangeArrowheads="1"/>
          </p:cNvSpPr>
          <p:nvPr>
            <p:ph type="title"/>
          </p:nvPr>
        </p:nvSpPr>
        <p:spPr>
          <a:xfrm>
            <a:off x="228600" y="609600"/>
            <a:ext cx="8763000" cy="838200"/>
          </a:xfrm>
        </p:spPr>
        <p:txBody>
          <a:bodyPr/>
          <a:lstStyle/>
          <a:p>
            <a:pPr algn="ctr">
              <a:defRPr/>
            </a:pPr>
            <a:r>
              <a:rPr lang="en-US" dirty="0">
                <a:cs typeface="+mj-cs"/>
              </a:rPr>
              <a:t>Data Mining </a:t>
            </a:r>
            <a:br>
              <a:rPr lang="en-US" dirty="0">
                <a:cs typeface="+mj-cs"/>
              </a:rPr>
            </a:br>
            <a:r>
              <a:rPr lang="en-US" dirty="0">
                <a:cs typeface="+mj-cs"/>
              </a:rPr>
              <a:t>Classification: Basic Concepts and Techniques</a:t>
            </a:r>
            <a:endParaRPr lang="en-US" sz="2800" dirty="0">
              <a:cs typeface="+mj-cs"/>
            </a:endParaRPr>
          </a:p>
        </p:txBody>
      </p:sp>
      <p:sp>
        <p:nvSpPr>
          <p:cNvPr id="4098" name="Rectangle 3">
            <a:extLst>
              <a:ext uri="{FF2B5EF4-FFF2-40B4-BE49-F238E27FC236}">
                <a16:creationId xmlns:a16="http://schemas.microsoft.com/office/drawing/2014/main" xmlns="" id="{017A54E0-3AFD-4279-BB59-91186E9BF1B5}"/>
              </a:ext>
            </a:extLst>
          </p:cNvPr>
          <p:cNvSpPr>
            <a:spLocks noChangeArrowheads="1"/>
          </p:cNvSpPr>
          <p:nvPr/>
        </p:nvSpPr>
        <p:spPr bwMode="auto">
          <a:xfrm>
            <a:off x="381000" y="1949450"/>
            <a:ext cx="8153400" cy="3811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b="0"/>
              <a:t>Lecture Notes for Chapter 3</a:t>
            </a:r>
          </a:p>
          <a:p>
            <a:pPr algn="ctr" eaLnBrk="1" hangingPunct="1">
              <a:spcBef>
                <a:spcPct val="20000"/>
              </a:spcBef>
              <a:spcAft>
                <a:spcPct val="0"/>
              </a:spcAft>
              <a:buClr>
                <a:schemeClr val="folHlink"/>
              </a:buClr>
              <a:buSzPct val="60000"/>
              <a:buFont typeface="Wingdings" panose="05000000000000000000" pitchFamily="2" charset="2"/>
              <a:buNone/>
            </a:pPr>
            <a:endParaRPr lang="en-US" altLang="en-US" sz="3200" b="0"/>
          </a:p>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b="0"/>
              <a:t>Introduction to Data Mining, 2</a:t>
            </a:r>
            <a:r>
              <a:rPr lang="en-US" altLang="en-US" sz="3200" b="0" baseline="30000"/>
              <a:t>nd</a:t>
            </a:r>
            <a:r>
              <a:rPr lang="en-US" altLang="en-US" sz="3200" b="0"/>
              <a:t> Edition</a:t>
            </a:r>
          </a:p>
          <a:p>
            <a:pPr algn="ctr" eaLnBrk="1" hangingPunct="1">
              <a:spcBef>
                <a:spcPct val="20000"/>
              </a:spcBef>
              <a:spcAft>
                <a:spcPct val="0"/>
              </a:spcAft>
              <a:buClr>
                <a:schemeClr val="folHlink"/>
              </a:buClr>
              <a:buSzPct val="60000"/>
              <a:buFont typeface="Wingdings" panose="05000000000000000000" pitchFamily="2" charset="2"/>
              <a:buNone/>
            </a:pPr>
            <a:r>
              <a:rPr lang="en-US" altLang="en-US" b="0"/>
              <a:t>by</a:t>
            </a:r>
          </a:p>
          <a:p>
            <a:pPr algn="ctr" eaLnBrk="1" hangingPunct="1">
              <a:spcBef>
                <a:spcPct val="20000"/>
              </a:spcBef>
              <a:spcAft>
                <a:spcPct val="0"/>
              </a:spcAft>
              <a:buClr>
                <a:schemeClr val="folHlink"/>
              </a:buClr>
              <a:buSzPct val="60000"/>
              <a:buFont typeface="Wingdings" panose="05000000000000000000" pitchFamily="2" charset="2"/>
              <a:buNone/>
            </a:pPr>
            <a:r>
              <a:rPr lang="en-US" altLang="en-US" b="0"/>
              <a:t>Tan, Steinbach, Karpatne, Kumar</a:t>
            </a:r>
          </a:p>
          <a:p>
            <a:pPr algn="ctr">
              <a:spcBef>
                <a:spcPct val="0"/>
              </a:spcBef>
              <a:spcAft>
                <a:spcPct val="0"/>
              </a:spcAft>
              <a:buClrTx/>
              <a:buSzTx/>
              <a:buFontTx/>
              <a:buNone/>
            </a:pPr>
            <a:endParaRPr lang="en-US" altLang="en-US" sz="1600" b="0"/>
          </a:p>
          <a:p>
            <a:pPr algn="ctr">
              <a:spcBef>
                <a:spcPct val="0"/>
              </a:spcBef>
              <a:spcAft>
                <a:spcPct val="0"/>
              </a:spcAft>
              <a:buClrTx/>
              <a:buSzTx/>
              <a:buFontTx/>
              <a:buNone/>
            </a:pPr>
            <a:endParaRPr lang="en-US" altLang="en-US" sz="1600" b="0"/>
          </a:p>
          <a:p>
            <a:pPr algn="ctr">
              <a:spcBef>
                <a:spcPct val="0"/>
              </a:spcBef>
              <a:spcAft>
                <a:spcPct val="0"/>
              </a:spcAft>
              <a:buClrTx/>
              <a:buSzTx/>
              <a:buFontTx/>
              <a:buNone/>
            </a:pPr>
            <a:endParaRPr lang="en-US" altLang="en-US" sz="1600" b="0"/>
          </a:p>
          <a:p>
            <a:pPr>
              <a:spcBef>
                <a:spcPct val="0"/>
              </a:spcBef>
              <a:spcAft>
                <a:spcPct val="0"/>
              </a:spcAft>
              <a:buClrTx/>
              <a:buSzTx/>
              <a:buFontTx/>
              <a:buNone/>
            </a:pPr>
            <a:endParaRPr lang="en-US" altLang="en-US" sz="2000" b="0"/>
          </a:p>
        </p:txBody>
      </p:sp>
      <p:grpSp>
        <p:nvGrpSpPr>
          <p:cNvPr id="4099" name="Group 7">
            <a:extLst>
              <a:ext uri="{FF2B5EF4-FFF2-40B4-BE49-F238E27FC236}">
                <a16:creationId xmlns:a16="http://schemas.microsoft.com/office/drawing/2014/main" xmlns="" id="{FA339C1D-8655-4C1E-BA2A-43370A6D9232}"/>
              </a:ext>
            </a:extLst>
          </p:cNvPr>
          <p:cNvGrpSpPr>
            <a:grpSpLocks/>
          </p:cNvGrpSpPr>
          <p:nvPr/>
        </p:nvGrpSpPr>
        <p:grpSpPr bwMode="auto">
          <a:xfrm>
            <a:off x="304800" y="1447800"/>
            <a:ext cx="8534400" cy="152400"/>
            <a:chOff x="264" y="788"/>
            <a:chExt cx="5232" cy="124"/>
          </a:xfrm>
        </p:grpSpPr>
        <p:sp>
          <p:nvSpPr>
            <p:cNvPr id="4103" name="Rectangle 8">
              <a:extLst>
                <a:ext uri="{FF2B5EF4-FFF2-40B4-BE49-F238E27FC236}">
                  <a16:creationId xmlns:a16="http://schemas.microsoft.com/office/drawing/2014/main" xmlns="" id="{F3DCE9BF-8C6D-48E2-B368-2E45A8C2BA56}"/>
                </a:ext>
              </a:extLst>
            </p:cNvPr>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4104" name="Rectangle 9">
              <a:extLst>
                <a:ext uri="{FF2B5EF4-FFF2-40B4-BE49-F238E27FC236}">
                  <a16:creationId xmlns:a16="http://schemas.microsoft.com/office/drawing/2014/main" xmlns="" id="{53F9E187-85FC-45F6-940D-715D4E8A4B7A}"/>
                </a:ext>
              </a:extLst>
            </p:cNvPr>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grpSp>
      <p:sp>
        <p:nvSpPr>
          <p:cNvPr id="2" name="Date Placeholder 1">
            <a:extLst>
              <a:ext uri="{FF2B5EF4-FFF2-40B4-BE49-F238E27FC236}">
                <a16:creationId xmlns:a16="http://schemas.microsoft.com/office/drawing/2014/main" xmlns="" id="{1631050B-5B97-4A44-AE00-4839CE3932CB}"/>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03296A76-0A06-4DED-8B91-B0EE654D1413}"/>
              </a:ext>
            </a:extLst>
          </p:cNvPr>
          <p:cNvSpPr>
            <a:spLocks noGrp="1"/>
          </p:cNvSpPr>
          <p:nvPr>
            <p:ph type="ftr" sz="quarter" idx="11"/>
          </p:nvPr>
        </p:nvSpPr>
        <p:spPr/>
        <p:txBody>
          <a:bodyPr/>
          <a:lstStyle/>
          <a:p>
            <a:pPr>
              <a:defRPr/>
            </a:pPr>
            <a:r>
              <a:rPr lang="en-US" dirty="0"/>
              <a:t>Introduction to Data Mining, 2</a:t>
            </a:r>
            <a:r>
              <a:rPr lang="en-US" baseline="30000" dirty="0"/>
              <a:t>nd</a:t>
            </a:r>
            <a:r>
              <a:rPr lang="en-US" dirty="0"/>
              <a:t> Edition</a:t>
            </a:r>
          </a:p>
        </p:txBody>
      </p:sp>
      <p:sp>
        <p:nvSpPr>
          <p:cNvPr id="4" name="Slide Number Placeholder 3">
            <a:extLst>
              <a:ext uri="{FF2B5EF4-FFF2-40B4-BE49-F238E27FC236}">
                <a16:creationId xmlns:a16="http://schemas.microsoft.com/office/drawing/2014/main" xmlns="" id="{AE075DD6-4672-4F62-BD9E-D41CCA69ADE7}"/>
              </a:ext>
            </a:extLst>
          </p:cNvPr>
          <p:cNvSpPr>
            <a:spLocks noGrp="1"/>
          </p:cNvSpPr>
          <p:nvPr>
            <p:ph type="sldNum" sz="quarter" idx="12"/>
          </p:nvPr>
        </p:nvSpPr>
        <p:spPr/>
        <p:txBody>
          <a:bodyPr/>
          <a:lstStyle/>
          <a:p>
            <a:pPr>
              <a:defRPr/>
            </a:pPr>
            <a:fld id="{01DB5FB9-BC54-407B-B625-9BB964FB1D22}" type="slidenum">
              <a:rPr lang="en-US"/>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xmlns="" id="{016B6D02-8AE9-4F7E-97B0-C9CCD7FC4E2D}"/>
              </a:ext>
            </a:extLst>
          </p:cNvPr>
          <p:cNvSpPr>
            <a:spLocks noGrp="1" noChangeArrowheads="1"/>
          </p:cNvSpPr>
          <p:nvPr>
            <p:ph type="title"/>
          </p:nvPr>
        </p:nvSpPr>
        <p:spPr/>
        <p:txBody>
          <a:bodyPr/>
          <a:lstStyle/>
          <a:p>
            <a:pPr>
              <a:defRPr/>
            </a:pPr>
            <a:r>
              <a:rPr lang="en-US">
                <a:cs typeface="+mj-cs"/>
              </a:rPr>
              <a:t>Classification: Definition</a:t>
            </a:r>
          </a:p>
        </p:txBody>
      </p:sp>
      <p:sp>
        <p:nvSpPr>
          <p:cNvPr id="3075" name="Rectangle 5">
            <a:extLst>
              <a:ext uri="{FF2B5EF4-FFF2-40B4-BE49-F238E27FC236}">
                <a16:creationId xmlns:a16="http://schemas.microsoft.com/office/drawing/2014/main" xmlns="" id="{D5E82030-C269-4E19-A3DA-C9DC83A38D75}"/>
              </a:ext>
            </a:extLst>
          </p:cNvPr>
          <p:cNvSpPr>
            <a:spLocks noGrp="1" noChangeArrowheads="1"/>
          </p:cNvSpPr>
          <p:nvPr>
            <p:ph type="body" idx="1"/>
          </p:nvPr>
        </p:nvSpPr>
        <p:spPr/>
        <p:txBody>
          <a:bodyPr/>
          <a:lstStyle/>
          <a:p>
            <a:pPr>
              <a:buFont typeface="Monotype Sorts" charset="0"/>
              <a:buChar char="l"/>
              <a:defRPr/>
            </a:pPr>
            <a:r>
              <a:rPr lang="en-US">
                <a:cs typeface="+mn-cs"/>
              </a:rPr>
              <a:t>Given a collection of records (training set )</a:t>
            </a:r>
          </a:p>
          <a:p>
            <a:pPr lvl="1">
              <a:buFont typeface="Arial" charset="0"/>
              <a:buChar char="–"/>
              <a:defRPr/>
            </a:pPr>
            <a:r>
              <a:rPr lang="en-US"/>
              <a:t>Each record is by characterized by a tuple (</a:t>
            </a:r>
            <a:r>
              <a:rPr lang="en-US" b="1" i="1">
                <a:latin typeface="Times New Roman" charset="0"/>
              </a:rPr>
              <a:t>x</a:t>
            </a:r>
            <a:r>
              <a:rPr lang="en-US"/>
              <a:t>,</a:t>
            </a:r>
            <a:r>
              <a:rPr lang="en-US" i="1">
                <a:latin typeface="Times New Roman" charset="0"/>
              </a:rPr>
              <a:t>y</a:t>
            </a:r>
            <a:r>
              <a:rPr lang="en-US"/>
              <a:t>), where </a:t>
            </a:r>
            <a:r>
              <a:rPr lang="en-US" b="1" i="1">
                <a:latin typeface="Times New Roman" charset="0"/>
              </a:rPr>
              <a:t>x </a:t>
            </a:r>
            <a:r>
              <a:rPr lang="en-US"/>
              <a:t>is the attribute set and </a:t>
            </a:r>
            <a:r>
              <a:rPr lang="en-US" i="1">
                <a:latin typeface="Times New Roman" charset="0"/>
              </a:rPr>
              <a:t>y </a:t>
            </a:r>
            <a:r>
              <a:rPr lang="en-US"/>
              <a:t>is the class label</a:t>
            </a:r>
          </a:p>
          <a:p>
            <a:pPr lvl="2">
              <a:buFont typeface="Wingdings" charset="0"/>
              <a:buChar char="u"/>
              <a:defRPr/>
            </a:pPr>
            <a:r>
              <a:rPr lang="en-US"/>
              <a:t> </a:t>
            </a:r>
            <a:r>
              <a:rPr lang="en-US" b="1" i="1">
                <a:latin typeface="Times New Roman" charset="0"/>
              </a:rPr>
              <a:t>x</a:t>
            </a:r>
            <a:r>
              <a:rPr lang="en-US"/>
              <a:t>: attribute, predictor, independent variable, input</a:t>
            </a:r>
          </a:p>
          <a:p>
            <a:pPr lvl="2">
              <a:buFont typeface="Wingdings" charset="0"/>
              <a:buChar char="u"/>
              <a:defRPr/>
            </a:pPr>
            <a:r>
              <a:rPr lang="en-US"/>
              <a:t> </a:t>
            </a:r>
            <a:r>
              <a:rPr lang="en-US" i="1">
                <a:latin typeface="Times New Roman" charset="0"/>
              </a:rPr>
              <a:t>y</a:t>
            </a:r>
            <a:r>
              <a:rPr lang="en-US"/>
              <a:t>: class, response, dependent variable, output</a:t>
            </a:r>
          </a:p>
          <a:p>
            <a:pPr lvl="4">
              <a:defRPr/>
            </a:pPr>
            <a:endParaRPr lang="en-US">
              <a:latin typeface="Times New Roman" charset="0"/>
            </a:endParaRPr>
          </a:p>
          <a:p>
            <a:pPr>
              <a:buFont typeface="Monotype Sorts" charset="0"/>
              <a:buChar char="l"/>
              <a:defRPr/>
            </a:pPr>
            <a:r>
              <a:rPr lang="en-US">
                <a:cs typeface="+mn-cs"/>
              </a:rPr>
              <a:t>Task:</a:t>
            </a:r>
          </a:p>
          <a:p>
            <a:pPr lvl="1">
              <a:buFont typeface="Arial" charset="0"/>
              <a:buChar char="–"/>
              <a:defRPr/>
            </a:pPr>
            <a:r>
              <a:rPr lang="en-US"/>
              <a:t>Learn a model that maps each attribute set </a:t>
            </a:r>
            <a:r>
              <a:rPr lang="en-US" b="1" i="1">
                <a:latin typeface="Times New Roman" charset="0"/>
              </a:rPr>
              <a:t>x </a:t>
            </a:r>
            <a:r>
              <a:rPr lang="en-US"/>
              <a:t>into one of the predefined class labels </a:t>
            </a:r>
            <a:r>
              <a:rPr lang="en-US" i="1">
                <a:latin typeface="Times New Roman" charset="0"/>
              </a:rPr>
              <a:t>y</a:t>
            </a:r>
            <a:endParaRPr lang="en-US"/>
          </a:p>
        </p:txBody>
      </p:sp>
      <p:sp>
        <p:nvSpPr>
          <p:cNvPr id="2" name="Date Placeholder 1">
            <a:extLst>
              <a:ext uri="{FF2B5EF4-FFF2-40B4-BE49-F238E27FC236}">
                <a16:creationId xmlns:a16="http://schemas.microsoft.com/office/drawing/2014/main" xmlns="" id="{1492A8E8-34E1-49C0-938E-437D52E252FE}"/>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852C378C-EF0B-4ED7-A0AF-229AA7AD7FA5}"/>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540F9B5E-B437-410B-A7CB-230267D9297E}"/>
              </a:ext>
            </a:extLst>
          </p:cNvPr>
          <p:cNvSpPr>
            <a:spLocks noGrp="1"/>
          </p:cNvSpPr>
          <p:nvPr>
            <p:ph type="sldNum" sz="quarter" idx="12"/>
          </p:nvPr>
        </p:nvSpPr>
        <p:spPr/>
        <p:txBody>
          <a:bodyPr/>
          <a:lstStyle/>
          <a:p>
            <a:pPr>
              <a:defRPr/>
            </a:pPr>
            <a:fld id="{7585B7A3-5A38-4F3E-B10F-49462E68EC55}" type="slidenum">
              <a:rPr lang="en-US"/>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xmlns="" id="{2DCC57B6-09B2-4859-968C-2D315575F8BF}"/>
              </a:ext>
            </a:extLst>
          </p:cNvPr>
          <p:cNvSpPr>
            <a:spLocks noGrp="1" noChangeArrowheads="1"/>
          </p:cNvSpPr>
          <p:nvPr>
            <p:ph type="title"/>
          </p:nvPr>
        </p:nvSpPr>
        <p:spPr/>
        <p:txBody>
          <a:bodyPr/>
          <a:lstStyle/>
          <a:p>
            <a:pPr>
              <a:defRPr/>
            </a:pPr>
            <a:r>
              <a:rPr lang="en-US">
                <a:cs typeface="+mj-cs"/>
              </a:rPr>
              <a:t>Examples of Classification Task</a:t>
            </a:r>
          </a:p>
        </p:txBody>
      </p:sp>
      <p:graphicFrame>
        <p:nvGraphicFramePr>
          <p:cNvPr id="919591" name="Group 39">
            <a:extLst>
              <a:ext uri="{FF2B5EF4-FFF2-40B4-BE49-F238E27FC236}">
                <a16:creationId xmlns:a16="http://schemas.microsoft.com/office/drawing/2014/main" xmlns="" id="{6E0B2BA6-834C-4F37-B8FC-CF6FAE691BA1}"/>
              </a:ext>
            </a:extLst>
          </p:cNvPr>
          <p:cNvGraphicFramePr>
            <a:graphicFrameLocks noGrp="1"/>
          </p:cNvGraphicFramePr>
          <p:nvPr>
            <p:ph idx="1"/>
            <p:extLst>
              <p:ext uri="{D42A27DB-BD31-4B8C-83A1-F6EECF244321}">
                <p14:modId xmlns:p14="http://schemas.microsoft.com/office/powerpoint/2010/main" xmlns="" val="1939163841"/>
              </p:ext>
            </p:extLst>
          </p:nvPr>
        </p:nvGraphicFramePr>
        <p:xfrm>
          <a:off x="381000" y="1371600"/>
          <a:ext cx="8504238" cy="4648200"/>
        </p:xfrm>
        <a:graphic>
          <a:graphicData uri="http://schemas.openxmlformats.org/drawingml/2006/table">
            <a:tbl>
              <a:tblPr/>
              <a:tblGrid>
                <a:gridCol w="1951038">
                  <a:extLst>
                    <a:ext uri="{9D8B030D-6E8A-4147-A177-3AD203B41FA5}">
                      <a16:colId xmlns:a16="http://schemas.microsoft.com/office/drawing/2014/main" xmlns="" val="20000"/>
                    </a:ext>
                  </a:extLst>
                </a:gridCol>
                <a:gridCol w="3594100">
                  <a:extLst>
                    <a:ext uri="{9D8B030D-6E8A-4147-A177-3AD203B41FA5}">
                      <a16:colId xmlns:a16="http://schemas.microsoft.com/office/drawing/2014/main" xmlns="" val="20001"/>
                    </a:ext>
                  </a:extLst>
                </a:gridCol>
                <a:gridCol w="2959100">
                  <a:extLst>
                    <a:ext uri="{9D8B030D-6E8A-4147-A177-3AD203B41FA5}">
                      <a16:colId xmlns:a16="http://schemas.microsoft.com/office/drawing/2014/main" xmlns="" val="20002"/>
                    </a:ext>
                  </a:extLst>
                </a:gridCol>
              </a:tblGrid>
              <a:tr h="7620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Task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Attribute set, </a:t>
                      </a:r>
                      <a:r>
                        <a:rPr kumimoji="0" lang="en-US" sz="2400" b="1" i="1" u="none" strike="noStrike" cap="none" normalizeH="0" baseline="0">
                          <a:ln>
                            <a:noFill/>
                          </a:ln>
                          <a:solidFill>
                            <a:schemeClr val="tx1"/>
                          </a:solidFill>
                          <a:effectLst/>
                          <a:latin typeface="Times New Roman"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Class label, </a:t>
                      </a:r>
                      <a:r>
                        <a:rPr kumimoji="0" lang="en-US" sz="2400" b="0" i="1" u="none" strike="noStrike" cap="none" normalizeH="0" baseline="0">
                          <a:ln>
                            <a:noFill/>
                          </a:ln>
                          <a:solidFill>
                            <a:schemeClr val="tx1"/>
                          </a:solidFill>
                          <a:effectLst/>
                          <a:latin typeface="Times New Roman" pitchFamily="18" charset="0"/>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xmlns="" val="10000"/>
                  </a:ext>
                </a:extLst>
              </a:tr>
              <a:tr h="1295400">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Categorizing email messages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Features extracted from email message header and content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spam or non-spam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295400">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Identifying tumor cells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Features extracted </a:t>
                      </a:r>
                      <a:r>
                        <a:rPr kumimoji="0" lang="en-US" sz="2400" b="0" i="0" u="none" strike="noStrike" cap="none" normalizeH="0" baseline="0">
                          <a:ln>
                            <a:noFill/>
                          </a:ln>
                          <a:solidFill>
                            <a:schemeClr val="tx1"/>
                          </a:solidFill>
                          <a:effectLst/>
                          <a:latin typeface="Arial" charset="0"/>
                        </a:rPr>
                        <a:t>from x-rays or MRI </a:t>
                      </a:r>
                      <a:r>
                        <a:rPr kumimoji="0" lang="en-US" sz="2400" b="0" i="0" u="none" strike="noStrike" cap="none" normalizeH="0" baseline="0" dirty="0">
                          <a:ln>
                            <a:noFill/>
                          </a:ln>
                          <a:solidFill>
                            <a:schemeClr val="tx1"/>
                          </a:solidFill>
                          <a:effectLst/>
                          <a:latin typeface="Arial" charset="0"/>
                        </a:rPr>
                        <a:t>scans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malignant or benign cells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295400">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Cataloging galaxies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Features extracted from telescope images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Elliptical, spiral, or irregular-shaped galaxies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2" name="Date Placeholder 1">
            <a:extLst>
              <a:ext uri="{FF2B5EF4-FFF2-40B4-BE49-F238E27FC236}">
                <a16:creationId xmlns:a16="http://schemas.microsoft.com/office/drawing/2014/main" xmlns="" id="{49482C37-694C-4D2C-A565-B598115FE612}"/>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A02E2BE-B5DD-4502-BE18-A23C8912B46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3CFB13CD-EBD5-4896-8FD8-CA06C19FEDAC}"/>
              </a:ext>
            </a:extLst>
          </p:cNvPr>
          <p:cNvSpPr>
            <a:spLocks noGrp="1"/>
          </p:cNvSpPr>
          <p:nvPr>
            <p:ph type="sldNum" sz="quarter" idx="12"/>
          </p:nvPr>
        </p:nvSpPr>
        <p:spPr/>
        <p:txBody>
          <a:bodyPr/>
          <a:lstStyle/>
          <a:p>
            <a:pPr>
              <a:defRPr/>
            </a:pPr>
            <a:fld id="{4F7A57BE-260D-4199-AF6E-D0261B79CD69}"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xmlns="" id="{49304AC4-68D1-439E-9010-1939C98A243F}"/>
              </a:ext>
            </a:extLst>
          </p:cNvPr>
          <p:cNvSpPr>
            <a:spLocks noGrp="1" noChangeArrowheads="1"/>
          </p:cNvSpPr>
          <p:nvPr>
            <p:ph type="title"/>
          </p:nvPr>
        </p:nvSpPr>
        <p:spPr>
          <a:xfrm>
            <a:off x="381000" y="381000"/>
            <a:ext cx="8280400" cy="533400"/>
          </a:xfrm>
        </p:spPr>
        <p:txBody>
          <a:bodyPr/>
          <a:lstStyle/>
          <a:p>
            <a:pPr>
              <a:defRPr/>
            </a:pPr>
            <a:r>
              <a:rPr lang="en-US">
                <a:cs typeface="+mj-cs"/>
              </a:rPr>
              <a:t>General Approach for Building Classification Model</a:t>
            </a:r>
          </a:p>
        </p:txBody>
      </p:sp>
      <p:sp>
        <p:nvSpPr>
          <p:cNvPr id="2" name="Date Placeholder 1">
            <a:extLst>
              <a:ext uri="{FF2B5EF4-FFF2-40B4-BE49-F238E27FC236}">
                <a16:creationId xmlns:a16="http://schemas.microsoft.com/office/drawing/2014/main" xmlns="" id="{A153B2C6-096E-43D2-A54D-F01C3BBE5B42}"/>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2FCE8C20-5521-4B20-A564-301DA80FDF5E}"/>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27FAC17-B677-4A28-992C-AAE865F82F47}"/>
              </a:ext>
            </a:extLst>
          </p:cNvPr>
          <p:cNvSpPr>
            <a:spLocks noGrp="1"/>
          </p:cNvSpPr>
          <p:nvPr>
            <p:ph type="sldNum" sz="quarter" idx="12"/>
          </p:nvPr>
        </p:nvSpPr>
        <p:spPr/>
        <p:txBody>
          <a:bodyPr/>
          <a:lstStyle/>
          <a:p>
            <a:pPr>
              <a:defRPr/>
            </a:pPr>
            <a:fld id="{493303AC-9DAF-4A0A-8404-C373509D0818}" type="slidenum">
              <a:rPr lang="en-US"/>
              <a:pPr>
                <a:defRPr/>
              </a:pPr>
              <a:t>4</a:t>
            </a:fld>
            <a:endParaRPr lang="en-US"/>
          </a:p>
        </p:txBody>
      </p:sp>
      <p:pic>
        <p:nvPicPr>
          <p:cNvPr id="8" name="Picture 7">
            <a:extLst>
              <a:ext uri="{FF2B5EF4-FFF2-40B4-BE49-F238E27FC236}">
                <a16:creationId xmlns:a16="http://schemas.microsoft.com/office/drawing/2014/main" xmlns="" id="{CFA24205-C6DD-4289-9A38-FEB9720E22E0}"/>
              </a:ext>
            </a:extLst>
          </p:cNvPr>
          <p:cNvPicPr>
            <a:picLocks noChangeAspect="1"/>
          </p:cNvPicPr>
          <p:nvPr/>
        </p:nvPicPr>
        <p:blipFill>
          <a:blip r:embed="rId2" cstate="print"/>
          <a:stretch>
            <a:fillRect/>
          </a:stretch>
        </p:blipFill>
        <p:spPr>
          <a:xfrm>
            <a:off x="1685572" y="1284111"/>
            <a:ext cx="5260790" cy="5029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a:extLst>
              <a:ext uri="{FF2B5EF4-FFF2-40B4-BE49-F238E27FC236}">
                <a16:creationId xmlns:a16="http://schemas.microsoft.com/office/drawing/2014/main" xmlns="" id="{31FE5F76-0189-4571-9D7B-DC99E81702B2}"/>
              </a:ext>
            </a:extLst>
          </p:cNvPr>
          <p:cNvSpPr>
            <a:spLocks noGrp="1" noChangeArrowheads="1"/>
          </p:cNvSpPr>
          <p:nvPr>
            <p:ph type="title"/>
          </p:nvPr>
        </p:nvSpPr>
        <p:spPr/>
        <p:txBody>
          <a:bodyPr/>
          <a:lstStyle/>
          <a:p>
            <a:pPr>
              <a:defRPr/>
            </a:pPr>
            <a:r>
              <a:rPr lang="en-US">
                <a:cs typeface="+mj-cs"/>
              </a:rPr>
              <a:t>Classification Techniques</a:t>
            </a:r>
          </a:p>
        </p:txBody>
      </p:sp>
      <p:sp>
        <p:nvSpPr>
          <p:cNvPr id="10242" name="Rectangle 5">
            <a:extLst>
              <a:ext uri="{FF2B5EF4-FFF2-40B4-BE49-F238E27FC236}">
                <a16:creationId xmlns:a16="http://schemas.microsoft.com/office/drawing/2014/main" xmlns="" id="{CD4B3303-47A0-4367-91DB-339D26A43A37}"/>
              </a:ext>
            </a:extLst>
          </p:cNvPr>
          <p:cNvSpPr>
            <a:spLocks noGrp="1" noChangeArrowheads="1"/>
          </p:cNvSpPr>
          <p:nvPr>
            <p:ph type="body" idx="1"/>
          </p:nvPr>
        </p:nvSpPr>
        <p:spPr/>
        <p:txBody>
          <a:bodyPr/>
          <a:lstStyle/>
          <a:p>
            <a:pPr>
              <a:lnSpc>
                <a:spcPct val="90000"/>
              </a:lnSpc>
            </a:pPr>
            <a:r>
              <a:rPr lang="en-US" altLang="en-US" dirty="0">
                <a:ea typeface="ＭＳ Ｐゴシック" panose="020B0600070205080204" pitchFamily="34" charset="-128"/>
              </a:rPr>
              <a:t>Base Classifiers</a:t>
            </a:r>
          </a:p>
          <a:p>
            <a:pPr lvl="1">
              <a:lnSpc>
                <a:spcPct val="90000"/>
              </a:lnSpc>
            </a:pPr>
            <a:r>
              <a:rPr lang="en-US" altLang="en-US" sz="2400" dirty="0">
                <a:ea typeface="ＭＳ Ｐゴシック" panose="020B0600070205080204" pitchFamily="34" charset="-128"/>
              </a:rPr>
              <a:t>Decision Tree based Methods</a:t>
            </a:r>
          </a:p>
          <a:p>
            <a:pPr lvl="1">
              <a:lnSpc>
                <a:spcPct val="90000"/>
              </a:lnSpc>
            </a:pPr>
            <a:r>
              <a:rPr lang="en-US" altLang="en-US" sz="2400" dirty="0">
                <a:ea typeface="ＭＳ Ｐゴシック" panose="020B0600070205080204" pitchFamily="34" charset="-128"/>
              </a:rPr>
              <a:t>Rule-based Methods</a:t>
            </a:r>
          </a:p>
          <a:p>
            <a:pPr lvl="1">
              <a:lnSpc>
                <a:spcPct val="90000"/>
              </a:lnSpc>
            </a:pPr>
            <a:r>
              <a:rPr lang="en-US" altLang="en-US" sz="2400" dirty="0">
                <a:ea typeface="ＭＳ Ｐゴシック" panose="020B0600070205080204" pitchFamily="34" charset="-128"/>
              </a:rPr>
              <a:t>Nearest-neighbor</a:t>
            </a:r>
          </a:p>
          <a:p>
            <a:pPr lvl="1">
              <a:lnSpc>
                <a:spcPct val="90000"/>
              </a:lnSpc>
            </a:pPr>
            <a:r>
              <a:rPr lang="en-US" altLang="en-US" sz="2400" dirty="0">
                <a:ea typeface="ＭＳ Ｐゴシック" panose="020B0600070205080204" pitchFamily="34" charset="-128"/>
              </a:rPr>
              <a:t>Naïve Bayes and Bayesian Belief Networks</a:t>
            </a:r>
          </a:p>
          <a:p>
            <a:pPr lvl="1">
              <a:lnSpc>
                <a:spcPct val="90000"/>
              </a:lnSpc>
            </a:pPr>
            <a:r>
              <a:rPr lang="en-US" altLang="en-US" sz="2400" dirty="0">
                <a:ea typeface="ＭＳ Ｐゴシック" panose="020B0600070205080204" pitchFamily="34" charset="-128"/>
              </a:rPr>
              <a:t>Support Vector Machines</a:t>
            </a:r>
          </a:p>
          <a:p>
            <a:pPr lvl="1">
              <a:lnSpc>
                <a:spcPct val="90000"/>
              </a:lnSpc>
            </a:pPr>
            <a:r>
              <a:rPr lang="en-US" altLang="en-US" sz="2400" dirty="0">
                <a:ea typeface="ＭＳ Ｐゴシック" panose="020B0600070205080204" pitchFamily="34" charset="-128"/>
              </a:rPr>
              <a:t>Neural Networks, Deep Neural Nets</a:t>
            </a:r>
          </a:p>
          <a:p>
            <a:pPr lvl="1">
              <a:lnSpc>
                <a:spcPct val="90000"/>
              </a:lnSpc>
            </a:pPr>
            <a:endParaRPr lang="en-US" altLang="en-US" dirty="0">
              <a:ea typeface="ＭＳ Ｐゴシック" panose="020B0600070205080204" pitchFamily="34" charset="-128"/>
            </a:endParaRPr>
          </a:p>
          <a:p>
            <a:pPr>
              <a:lnSpc>
                <a:spcPct val="90000"/>
              </a:lnSpc>
            </a:pPr>
            <a:r>
              <a:rPr lang="en-US" altLang="en-US" dirty="0">
                <a:ea typeface="ＭＳ Ｐゴシック" panose="020B0600070205080204" pitchFamily="34" charset="-128"/>
              </a:rPr>
              <a:t>Ensemble Classifiers</a:t>
            </a:r>
          </a:p>
          <a:p>
            <a:pPr lvl="1">
              <a:lnSpc>
                <a:spcPct val="90000"/>
              </a:lnSpc>
            </a:pPr>
            <a:r>
              <a:rPr lang="en-US" altLang="en-US" sz="2400" dirty="0">
                <a:ea typeface="ＭＳ Ｐゴシック" panose="020B0600070205080204" pitchFamily="34" charset="-128"/>
              </a:rPr>
              <a:t>Boosting, Bagging, Random Forests</a:t>
            </a:r>
          </a:p>
        </p:txBody>
      </p:sp>
      <p:sp>
        <p:nvSpPr>
          <p:cNvPr id="2" name="Date Placeholder 1">
            <a:extLst>
              <a:ext uri="{FF2B5EF4-FFF2-40B4-BE49-F238E27FC236}">
                <a16:creationId xmlns:a16="http://schemas.microsoft.com/office/drawing/2014/main" xmlns="" id="{358BF689-0405-4689-8AA8-F20C2608797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7276BBBF-2958-40EF-A85A-062680F269B5}"/>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EF2A6AB2-31A3-4DB3-940B-BE07E3D231AC}"/>
              </a:ext>
            </a:extLst>
          </p:cNvPr>
          <p:cNvSpPr>
            <a:spLocks noGrp="1"/>
          </p:cNvSpPr>
          <p:nvPr>
            <p:ph type="sldNum" sz="quarter" idx="12"/>
          </p:nvPr>
        </p:nvSpPr>
        <p:spPr/>
        <p:txBody>
          <a:bodyPr/>
          <a:lstStyle/>
          <a:p>
            <a:pPr>
              <a:defRPr/>
            </a:pPr>
            <a:fld id="{058A5596-71A0-4179-8254-834A517C85E5}"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xmlns="" id="{6CC0A5A4-C05B-4EF2-B6EB-881B068D7345}"/>
              </a:ext>
            </a:extLst>
          </p:cNvPr>
          <p:cNvSpPr>
            <a:spLocks noGrp="1" noChangeArrowheads="1"/>
          </p:cNvSpPr>
          <p:nvPr>
            <p:ph type="title"/>
          </p:nvPr>
        </p:nvSpPr>
        <p:spPr/>
        <p:txBody>
          <a:bodyPr/>
          <a:lstStyle/>
          <a:p>
            <a:pPr>
              <a:defRPr/>
            </a:pPr>
            <a:r>
              <a:rPr lang="en-US">
                <a:cs typeface="+mj-cs"/>
              </a:rPr>
              <a:t>Example of a Decision Tree</a:t>
            </a:r>
          </a:p>
        </p:txBody>
      </p:sp>
      <p:graphicFrame>
        <p:nvGraphicFramePr>
          <p:cNvPr id="11266" name="Object 4">
            <a:extLst>
              <a:ext uri="{FF2B5EF4-FFF2-40B4-BE49-F238E27FC236}">
                <a16:creationId xmlns:a16="http://schemas.microsoft.com/office/drawing/2014/main" xmlns="" id="{AAF733EE-AC48-417C-A650-8AA95D1D3A6D}"/>
              </a:ext>
            </a:extLst>
          </p:cNvPr>
          <p:cNvGraphicFramePr>
            <a:graphicFrameLocks noChangeAspect="1"/>
          </p:cNvGraphicFramePr>
          <p:nvPr/>
        </p:nvGraphicFramePr>
        <p:xfrm>
          <a:off x="152400" y="1990725"/>
          <a:ext cx="3810000" cy="3770313"/>
        </p:xfrm>
        <a:graphic>
          <a:graphicData uri="http://schemas.openxmlformats.org/presentationml/2006/ole">
            <p:oleObj spid="_x0000_s11374" name="Document" r:id="rId3" imgW="5857196" imgH="5776579" progId="Word.Document.8">
              <p:embed/>
            </p:oleObj>
          </a:graphicData>
        </a:graphic>
      </p:graphicFrame>
      <p:sp>
        <p:nvSpPr>
          <p:cNvPr id="11267" name="Text Box 5">
            <a:extLst>
              <a:ext uri="{FF2B5EF4-FFF2-40B4-BE49-F238E27FC236}">
                <a16:creationId xmlns:a16="http://schemas.microsoft.com/office/drawing/2014/main" xmlns="" id="{3621E2A5-F664-437B-AE78-7D73B7C096C2}"/>
              </a:ext>
            </a:extLst>
          </p:cNvPr>
          <p:cNvSpPr txBox="1">
            <a:spLocks noChangeArrowheads="1"/>
          </p:cNvSpPr>
          <p:nvPr/>
        </p:nvSpPr>
        <p:spPr bwMode="auto">
          <a:xfrm rot="-2416809">
            <a:off x="838200" y="1371600"/>
            <a:ext cx="12573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categorical</a:t>
            </a:r>
            <a:endParaRPr lang="en-US" altLang="en-US" sz="1600">
              <a:solidFill>
                <a:schemeClr val="bg2"/>
              </a:solidFill>
            </a:endParaRPr>
          </a:p>
        </p:txBody>
      </p:sp>
      <p:sp>
        <p:nvSpPr>
          <p:cNvPr id="11268" name="Text Box 6">
            <a:extLst>
              <a:ext uri="{FF2B5EF4-FFF2-40B4-BE49-F238E27FC236}">
                <a16:creationId xmlns:a16="http://schemas.microsoft.com/office/drawing/2014/main" xmlns="" id="{12F31BB3-3622-408D-93AE-1E2B768392EA}"/>
              </a:ext>
            </a:extLst>
          </p:cNvPr>
          <p:cNvSpPr txBox="1">
            <a:spLocks noChangeArrowheads="1"/>
          </p:cNvSpPr>
          <p:nvPr/>
        </p:nvSpPr>
        <p:spPr bwMode="auto">
          <a:xfrm rot="-2416809">
            <a:off x="1524000" y="1371600"/>
            <a:ext cx="12573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categorical</a:t>
            </a:r>
            <a:endParaRPr lang="en-US" altLang="en-US" sz="1600">
              <a:solidFill>
                <a:schemeClr val="bg2"/>
              </a:solidFill>
            </a:endParaRPr>
          </a:p>
        </p:txBody>
      </p:sp>
      <p:sp>
        <p:nvSpPr>
          <p:cNvPr id="11269" name="Text Box 7">
            <a:extLst>
              <a:ext uri="{FF2B5EF4-FFF2-40B4-BE49-F238E27FC236}">
                <a16:creationId xmlns:a16="http://schemas.microsoft.com/office/drawing/2014/main" xmlns="" id="{CEF1E55E-15F9-4FB1-9AD2-4096F05313E4}"/>
              </a:ext>
            </a:extLst>
          </p:cNvPr>
          <p:cNvSpPr txBox="1">
            <a:spLocks noChangeArrowheads="1"/>
          </p:cNvSpPr>
          <p:nvPr/>
        </p:nvSpPr>
        <p:spPr bwMode="auto">
          <a:xfrm rot="-2416809">
            <a:off x="2362200" y="1371600"/>
            <a:ext cx="12779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continuous</a:t>
            </a:r>
            <a:endParaRPr lang="en-US" altLang="en-US" sz="1600">
              <a:solidFill>
                <a:schemeClr val="bg2"/>
              </a:solidFill>
            </a:endParaRPr>
          </a:p>
        </p:txBody>
      </p:sp>
      <p:sp>
        <p:nvSpPr>
          <p:cNvPr id="11270" name="Text Box 8">
            <a:extLst>
              <a:ext uri="{FF2B5EF4-FFF2-40B4-BE49-F238E27FC236}">
                <a16:creationId xmlns:a16="http://schemas.microsoft.com/office/drawing/2014/main" xmlns="" id="{00F11CDF-7A5F-4A25-A27F-5E19BE37B18E}"/>
              </a:ext>
            </a:extLst>
          </p:cNvPr>
          <p:cNvSpPr txBox="1">
            <a:spLocks noChangeArrowheads="1"/>
          </p:cNvSpPr>
          <p:nvPr/>
        </p:nvSpPr>
        <p:spPr bwMode="auto">
          <a:xfrm rot="-2416809">
            <a:off x="3124200" y="1524000"/>
            <a:ext cx="6921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class</a:t>
            </a:r>
            <a:endParaRPr lang="en-US" altLang="en-US" sz="1600">
              <a:solidFill>
                <a:schemeClr val="bg2"/>
              </a:solidFill>
            </a:endParaRPr>
          </a:p>
        </p:txBody>
      </p:sp>
      <p:sp>
        <p:nvSpPr>
          <p:cNvPr id="11271" name="Line 9">
            <a:extLst>
              <a:ext uri="{FF2B5EF4-FFF2-40B4-BE49-F238E27FC236}">
                <a16:creationId xmlns:a16="http://schemas.microsoft.com/office/drawing/2014/main" xmlns="" id="{82EAE677-E585-4156-876E-0290EF4FEB8D}"/>
              </a:ext>
            </a:extLst>
          </p:cNvPr>
          <p:cNvSpPr>
            <a:spLocks noChangeShapeType="1"/>
          </p:cNvSpPr>
          <p:nvPr/>
        </p:nvSpPr>
        <p:spPr bwMode="auto">
          <a:xfrm>
            <a:off x="6965950" y="4505325"/>
            <a:ext cx="242888"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2" name="Line 10">
            <a:extLst>
              <a:ext uri="{FF2B5EF4-FFF2-40B4-BE49-F238E27FC236}">
                <a16:creationId xmlns:a16="http://schemas.microsoft.com/office/drawing/2014/main" xmlns="" id="{77ED1CC4-49CF-4F79-A87A-9B456060847D}"/>
              </a:ext>
            </a:extLst>
          </p:cNvPr>
          <p:cNvSpPr>
            <a:spLocks noChangeShapeType="1"/>
          </p:cNvSpPr>
          <p:nvPr/>
        </p:nvSpPr>
        <p:spPr bwMode="auto">
          <a:xfrm flipH="1">
            <a:off x="5835650" y="4505325"/>
            <a:ext cx="323850"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3" name="Line 11">
            <a:extLst>
              <a:ext uri="{FF2B5EF4-FFF2-40B4-BE49-F238E27FC236}">
                <a16:creationId xmlns:a16="http://schemas.microsoft.com/office/drawing/2014/main" xmlns="" id="{52BA86D1-67C3-433A-AACE-C464A5A1904A}"/>
              </a:ext>
            </a:extLst>
          </p:cNvPr>
          <p:cNvSpPr>
            <a:spLocks noChangeShapeType="1"/>
          </p:cNvSpPr>
          <p:nvPr/>
        </p:nvSpPr>
        <p:spPr bwMode="auto">
          <a:xfrm flipH="1">
            <a:off x="6481763" y="3711575"/>
            <a:ext cx="403225"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4" name="Line 12">
            <a:extLst>
              <a:ext uri="{FF2B5EF4-FFF2-40B4-BE49-F238E27FC236}">
                <a16:creationId xmlns:a16="http://schemas.microsoft.com/office/drawing/2014/main" xmlns="" id="{A7BED808-9C10-478B-9B3B-A9AC1809CAEE}"/>
              </a:ext>
            </a:extLst>
          </p:cNvPr>
          <p:cNvSpPr>
            <a:spLocks noChangeShapeType="1"/>
          </p:cNvSpPr>
          <p:nvPr/>
        </p:nvSpPr>
        <p:spPr bwMode="auto">
          <a:xfrm>
            <a:off x="7693025" y="3711575"/>
            <a:ext cx="484188"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5" name="Line 13">
            <a:extLst>
              <a:ext uri="{FF2B5EF4-FFF2-40B4-BE49-F238E27FC236}">
                <a16:creationId xmlns:a16="http://schemas.microsoft.com/office/drawing/2014/main" xmlns="" id="{80E001A5-6780-480F-ABAA-39BF004359A5}"/>
              </a:ext>
            </a:extLst>
          </p:cNvPr>
          <p:cNvSpPr>
            <a:spLocks noChangeShapeType="1"/>
          </p:cNvSpPr>
          <p:nvPr/>
        </p:nvSpPr>
        <p:spPr bwMode="auto">
          <a:xfrm>
            <a:off x="6643688" y="29845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6" name="Line 14">
            <a:extLst>
              <a:ext uri="{FF2B5EF4-FFF2-40B4-BE49-F238E27FC236}">
                <a16:creationId xmlns:a16="http://schemas.microsoft.com/office/drawing/2014/main" xmlns="" id="{8D54B519-3549-4FC6-A7BA-9E2644A6412A}"/>
              </a:ext>
            </a:extLst>
          </p:cNvPr>
          <p:cNvSpPr>
            <a:spLocks noChangeShapeType="1"/>
          </p:cNvSpPr>
          <p:nvPr/>
        </p:nvSpPr>
        <p:spPr bwMode="auto">
          <a:xfrm flipH="1">
            <a:off x="5270500" y="29845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77" name="Text Box 15">
            <a:extLst>
              <a:ext uri="{FF2B5EF4-FFF2-40B4-BE49-F238E27FC236}">
                <a16:creationId xmlns:a16="http://schemas.microsoft.com/office/drawing/2014/main" xmlns="" id="{069D5BD2-820C-412A-B6B0-62846A9D6CCF}"/>
              </a:ext>
            </a:extLst>
          </p:cNvPr>
          <p:cNvSpPr txBox="1">
            <a:spLocks noChangeArrowheads="1"/>
          </p:cNvSpPr>
          <p:nvPr/>
        </p:nvSpPr>
        <p:spPr bwMode="auto">
          <a:xfrm>
            <a:off x="5788025" y="2530475"/>
            <a:ext cx="936625"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11278" name="Text Box 16">
            <a:extLst>
              <a:ext uri="{FF2B5EF4-FFF2-40B4-BE49-F238E27FC236}">
                <a16:creationId xmlns:a16="http://schemas.microsoft.com/office/drawing/2014/main" xmlns="" id="{8C8FDB0A-874F-41DF-874F-3ED923F47CB3}"/>
              </a:ext>
            </a:extLst>
          </p:cNvPr>
          <p:cNvSpPr txBox="1">
            <a:spLocks noChangeArrowheads="1"/>
          </p:cNvSpPr>
          <p:nvPr/>
        </p:nvSpPr>
        <p:spPr bwMode="auto">
          <a:xfrm>
            <a:off x="6804025" y="3448050"/>
            <a:ext cx="935038"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1279" name="Text Box 17">
            <a:extLst>
              <a:ext uri="{FF2B5EF4-FFF2-40B4-BE49-F238E27FC236}">
                <a16:creationId xmlns:a16="http://schemas.microsoft.com/office/drawing/2014/main" xmlns="" id="{90756A9E-17D5-4C9B-B6F1-3D7F0D6399EC}"/>
              </a:ext>
            </a:extLst>
          </p:cNvPr>
          <p:cNvSpPr txBox="1">
            <a:spLocks noChangeArrowheads="1"/>
          </p:cNvSpPr>
          <p:nvPr/>
        </p:nvSpPr>
        <p:spPr bwMode="auto">
          <a:xfrm>
            <a:off x="6078538" y="4240213"/>
            <a:ext cx="96837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1280" name="AutoShape 18">
            <a:extLst>
              <a:ext uri="{FF2B5EF4-FFF2-40B4-BE49-F238E27FC236}">
                <a16:creationId xmlns:a16="http://schemas.microsoft.com/office/drawing/2014/main" xmlns="" id="{FD2811B5-DCF5-4B53-8300-1207982C1507}"/>
              </a:ext>
            </a:extLst>
          </p:cNvPr>
          <p:cNvSpPr>
            <a:spLocks noChangeArrowheads="1"/>
          </p:cNvSpPr>
          <p:nvPr/>
        </p:nvSpPr>
        <p:spPr bwMode="auto">
          <a:xfrm>
            <a:off x="7005638" y="5029200"/>
            <a:ext cx="627062" cy="36671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1281" name="Text Box 19">
            <a:extLst>
              <a:ext uri="{FF2B5EF4-FFF2-40B4-BE49-F238E27FC236}">
                <a16:creationId xmlns:a16="http://schemas.microsoft.com/office/drawing/2014/main" xmlns="" id="{666E12E6-A47F-4131-8ACB-CDA366AA47FA}"/>
              </a:ext>
            </a:extLst>
          </p:cNvPr>
          <p:cNvSpPr txBox="1">
            <a:spLocks noChangeArrowheads="1"/>
          </p:cNvSpPr>
          <p:nvPr/>
        </p:nvSpPr>
        <p:spPr bwMode="auto">
          <a:xfrm>
            <a:off x="6929438" y="5029200"/>
            <a:ext cx="6858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1282" name="AutoShape 20">
            <a:extLst>
              <a:ext uri="{FF2B5EF4-FFF2-40B4-BE49-F238E27FC236}">
                <a16:creationId xmlns:a16="http://schemas.microsoft.com/office/drawing/2014/main" xmlns="" id="{59367DB1-AA95-409A-BAB9-E1B9AC7537C8}"/>
              </a:ext>
            </a:extLst>
          </p:cNvPr>
          <p:cNvSpPr>
            <a:spLocks noChangeArrowheads="1"/>
          </p:cNvSpPr>
          <p:nvPr/>
        </p:nvSpPr>
        <p:spPr bwMode="auto">
          <a:xfrm>
            <a:off x="5513388" y="5046663"/>
            <a:ext cx="654050" cy="3635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1283" name="Text Box 21">
            <a:extLst>
              <a:ext uri="{FF2B5EF4-FFF2-40B4-BE49-F238E27FC236}">
                <a16:creationId xmlns:a16="http://schemas.microsoft.com/office/drawing/2014/main" xmlns="" id="{70F9981D-6F2D-4A8A-AC4E-50B624ACBCAF}"/>
              </a:ext>
            </a:extLst>
          </p:cNvPr>
          <p:cNvSpPr txBox="1">
            <a:spLocks noChangeArrowheads="1"/>
          </p:cNvSpPr>
          <p:nvPr/>
        </p:nvSpPr>
        <p:spPr bwMode="auto">
          <a:xfrm>
            <a:off x="5610225" y="5032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1284" name="AutoShape 22">
            <a:extLst>
              <a:ext uri="{FF2B5EF4-FFF2-40B4-BE49-F238E27FC236}">
                <a16:creationId xmlns:a16="http://schemas.microsoft.com/office/drawing/2014/main" xmlns="" id="{90EC9A02-70FF-437E-A083-E036EBC7A6C7}"/>
              </a:ext>
            </a:extLst>
          </p:cNvPr>
          <p:cNvSpPr>
            <a:spLocks noChangeArrowheads="1"/>
          </p:cNvSpPr>
          <p:nvPr/>
        </p:nvSpPr>
        <p:spPr bwMode="auto">
          <a:xfrm>
            <a:off x="4948238" y="3462338"/>
            <a:ext cx="685800" cy="347662"/>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1285" name="Text Box 23">
            <a:extLst>
              <a:ext uri="{FF2B5EF4-FFF2-40B4-BE49-F238E27FC236}">
                <a16:creationId xmlns:a16="http://schemas.microsoft.com/office/drawing/2014/main" xmlns="" id="{8C2D9E2E-C19E-4553-9C99-F6A57301403F}"/>
              </a:ext>
            </a:extLst>
          </p:cNvPr>
          <p:cNvSpPr txBox="1">
            <a:spLocks noChangeArrowheads="1"/>
          </p:cNvSpPr>
          <p:nvPr/>
        </p:nvSpPr>
        <p:spPr bwMode="auto">
          <a:xfrm>
            <a:off x="5043488" y="3448050"/>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1286" name="AutoShape 24">
            <a:extLst>
              <a:ext uri="{FF2B5EF4-FFF2-40B4-BE49-F238E27FC236}">
                <a16:creationId xmlns:a16="http://schemas.microsoft.com/office/drawing/2014/main" xmlns="" id="{46D93ED2-48A5-41B8-A320-78D0FAD2B4BF}"/>
              </a:ext>
            </a:extLst>
          </p:cNvPr>
          <p:cNvSpPr>
            <a:spLocks noChangeArrowheads="1"/>
          </p:cNvSpPr>
          <p:nvPr/>
        </p:nvSpPr>
        <p:spPr bwMode="auto">
          <a:xfrm>
            <a:off x="7843838" y="4267200"/>
            <a:ext cx="685800" cy="381000"/>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1287" name="Text Box 25">
            <a:extLst>
              <a:ext uri="{FF2B5EF4-FFF2-40B4-BE49-F238E27FC236}">
                <a16:creationId xmlns:a16="http://schemas.microsoft.com/office/drawing/2014/main" xmlns="" id="{FE82CFED-1B96-4755-A8B2-8B44720BD3B9}"/>
              </a:ext>
            </a:extLst>
          </p:cNvPr>
          <p:cNvSpPr txBox="1">
            <a:spLocks noChangeArrowheads="1"/>
          </p:cNvSpPr>
          <p:nvPr/>
        </p:nvSpPr>
        <p:spPr bwMode="auto">
          <a:xfrm>
            <a:off x="7920038" y="4267200"/>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1288" name="Text Box 26">
            <a:extLst>
              <a:ext uri="{FF2B5EF4-FFF2-40B4-BE49-F238E27FC236}">
                <a16:creationId xmlns:a16="http://schemas.microsoft.com/office/drawing/2014/main" xmlns="" id="{6386C606-B31B-495F-8C24-07187CCC513A}"/>
              </a:ext>
            </a:extLst>
          </p:cNvPr>
          <p:cNvSpPr txBox="1">
            <a:spLocks noChangeArrowheads="1"/>
          </p:cNvSpPr>
          <p:nvPr/>
        </p:nvSpPr>
        <p:spPr bwMode="auto">
          <a:xfrm>
            <a:off x="5060950" y="298450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1289" name="Text Box 27">
            <a:extLst>
              <a:ext uri="{FF2B5EF4-FFF2-40B4-BE49-F238E27FC236}">
                <a16:creationId xmlns:a16="http://schemas.microsoft.com/office/drawing/2014/main" xmlns="" id="{77EC554D-F790-49A4-B9EE-AE546643144A}"/>
              </a:ext>
            </a:extLst>
          </p:cNvPr>
          <p:cNvSpPr txBox="1">
            <a:spLocks noChangeArrowheads="1"/>
          </p:cNvSpPr>
          <p:nvPr/>
        </p:nvSpPr>
        <p:spPr bwMode="auto">
          <a:xfrm>
            <a:off x="6926263" y="298450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No</a:t>
            </a:r>
            <a:endParaRPr lang="en-US" altLang="en-US" sz="1600" b="0">
              <a:solidFill>
                <a:schemeClr val="bg2"/>
              </a:solidFill>
            </a:endParaRPr>
          </a:p>
        </p:txBody>
      </p:sp>
      <p:sp>
        <p:nvSpPr>
          <p:cNvPr id="11290" name="Text Box 28">
            <a:extLst>
              <a:ext uri="{FF2B5EF4-FFF2-40B4-BE49-F238E27FC236}">
                <a16:creationId xmlns:a16="http://schemas.microsoft.com/office/drawing/2014/main" xmlns="" id="{E28D3DC4-73ED-4E15-A5DD-6639DB190D3E}"/>
              </a:ext>
            </a:extLst>
          </p:cNvPr>
          <p:cNvSpPr txBox="1">
            <a:spLocks noChangeArrowheads="1"/>
          </p:cNvSpPr>
          <p:nvPr/>
        </p:nvSpPr>
        <p:spPr bwMode="auto">
          <a:xfrm>
            <a:off x="7908925" y="3749675"/>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Married</a:t>
            </a:r>
            <a:r>
              <a:rPr lang="en-US" altLang="en-US" sz="1600" b="0">
                <a:solidFill>
                  <a:schemeClr val="bg2"/>
                </a:solidFill>
              </a:rPr>
              <a:t> </a:t>
            </a:r>
          </a:p>
        </p:txBody>
      </p:sp>
      <p:sp>
        <p:nvSpPr>
          <p:cNvPr id="11291" name="Text Box 29">
            <a:extLst>
              <a:ext uri="{FF2B5EF4-FFF2-40B4-BE49-F238E27FC236}">
                <a16:creationId xmlns:a16="http://schemas.microsoft.com/office/drawing/2014/main" xmlns="" id="{BDBC937C-75A1-46F9-8781-4F71834416DC}"/>
              </a:ext>
            </a:extLst>
          </p:cNvPr>
          <p:cNvSpPr txBox="1">
            <a:spLocks noChangeArrowheads="1"/>
          </p:cNvSpPr>
          <p:nvPr/>
        </p:nvSpPr>
        <p:spPr bwMode="auto">
          <a:xfrm>
            <a:off x="5692775" y="3778250"/>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1292" name="Text Box 30">
            <a:extLst>
              <a:ext uri="{FF2B5EF4-FFF2-40B4-BE49-F238E27FC236}">
                <a16:creationId xmlns:a16="http://schemas.microsoft.com/office/drawing/2014/main" xmlns="" id="{E0C44E44-8289-4C7B-9727-148BF58FCE74}"/>
              </a:ext>
            </a:extLst>
          </p:cNvPr>
          <p:cNvSpPr txBox="1">
            <a:spLocks noChangeArrowheads="1"/>
          </p:cNvSpPr>
          <p:nvPr/>
        </p:nvSpPr>
        <p:spPr bwMode="auto">
          <a:xfrm>
            <a:off x="5313363" y="4570413"/>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1293" name="Text Box 31">
            <a:extLst>
              <a:ext uri="{FF2B5EF4-FFF2-40B4-BE49-F238E27FC236}">
                <a16:creationId xmlns:a16="http://schemas.microsoft.com/office/drawing/2014/main" xmlns="" id="{6F73CB7E-83CF-4740-B92C-00CFC599F217}"/>
              </a:ext>
            </a:extLst>
          </p:cNvPr>
          <p:cNvSpPr txBox="1">
            <a:spLocks noChangeArrowheads="1"/>
          </p:cNvSpPr>
          <p:nvPr/>
        </p:nvSpPr>
        <p:spPr bwMode="auto">
          <a:xfrm>
            <a:off x="7088188" y="4570413"/>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sp>
        <p:nvSpPr>
          <p:cNvPr id="11294" name="Text Box 32">
            <a:extLst>
              <a:ext uri="{FF2B5EF4-FFF2-40B4-BE49-F238E27FC236}">
                <a16:creationId xmlns:a16="http://schemas.microsoft.com/office/drawing/2014/main" xmlns="" id="{F4E39710-1A80-4186-BA53-52E339F36796}"/>
              </a:ext>
            </a:extLst>
          </p:cNvPr>
          <p:cNvSpPr txBox="1">
            <a:spLocks noChangeArrowheads="1"/>
          </p:cNvSpPr>
          <p:nvPr/>
        </p:nvSpPr>
        <p:spPr bwMode="auto">
          <a:xfrm>
            <a:off x="6427788" y="1766888"/>
            <a:ext cx="2241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800" i="1">
                <a:solidFill>
                  <a:srgbClr val="FF0000"/>
                </a:solidFill>
              </a:rPr>
              <a:t>Splitting Attributes</a:t>
            </a:r>
          </a:p>
        </p:txBody>
      </p:sp>
      <p:sp>
        <p:nvSpPr>
          <p:cNvPr id="11295" name="Line 33">
            <a:extLst>
              <a:ext uri="{FF2B5EF4-FFF2-40B4-BE49-F238E27FC236}">
                <a16:creationId xmlns:a16="http://schemas.microsoft.com/office/drawing/2014/main" xmlns="" id="{D43A1C32-B52E-4411-9CA0-91161532E050}"/>
              </a:ext>
            </a:extLst>
          </p:cNvPr>
          <p:cNvSpPr>
            <a:spLocks noChangeShapeType="1"/>
          </p:cNvSpPr>
          <p:nvPr/>
        </p:nvSpPr>
        <p:spPr bwMode="auto">
          <a:xfrm flipH="1">
            <a:off x="6805613" y="2147888"/>
            <a:ext cx="536575" cy="534987"/>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96" name="AutoShape 34">
            <a:extLst>
              <a:ext uri="{FF2B5EF4-FFF2-40B4-BE49-F238E27FC236}">
                <a16:creationId xmlns:a16="http://schemas.microsoft.com/office/drawing/2014/main" xmlns="" id="{83756341-704C-4551-85C1-F261F77EBAB7}"/>
              </a:ext>
            </a:extLst>
          </p:cNvPr>
          <p:cNvSpPr>
            <a:spLocks noChangeArrowheads="1"/>
          </p:cNvSpPr>
          <p:nvPr/>
        </p:nvSpPr>
        <p:spPr bwMode="auto">
          <a:xfrm>
            <a:off x="3810000" y="3810000"/>
            <a:ext cx="914400" cy="293688"/>
          </a:xfrm>
          <a:prstGeom prst="rightArrow">
            <a:avLst>
              <a:gd name="adj1" fmla="val 50000"/>
              <a:gd name="adj2" fmla="val 77838"/>
            </a:avLst>
          </a:prstGeom>
          <a:solidFill>
            <a:srgbClr val="CC0000"/>
          </a:solidFill>
          <a:ln w="12700">
            <a:solidFill>
              <a:srgbClr val="CC0000"/>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1297" name="Line 35">
            <a:extLst>
              <a:ext uri="{FF2B5EF4-FFF2-40B4-BE49-F238E27FC236}">
                <a16:creationId xmlns:a16="http://schemas.microsoft.com/office/drawing/2014/main" xmlns="" id="{7749B7FD-180C-42E4-B610-574E3B2AA4D5}"/>
              </a:ext>
            </a:extLst>
          </p:cNvPr>
          <p:cNvSpPr>
            <a:spLocks noChangeShapeType="1"/>
          </p:cNvSpPr>
          <p:nvPr/>
        </p:nvSpPr>
        <p:spPr bwMode="auto">
          <a:xfrm>
            <a:off x="7418388" y="2147888"/>
            <a:ext cx="76200" cy="1144587"/>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1298" name="Text Box 36">
            <a:extLst>
              <a:ext uri="{FF2B5EF4-FFF2-40B4-BE49-F238E27FC236}">
                <a16:creationId xmlns:a16="http://schemas.microsoft.com/office/drawing/2014/main" xmlns="" id="{FA00C3E4-B00D-4A5E-9FF8-1893408D4EC3}"/>
              </a:ext>
            </a:extLst>
          </p:cNvPr>
          <p:cNvSpPr txBox="1">
            <a:spLocks noChangeArrowheads="1"/>
          </p:cNvSpPr>
          <p:nvPr/>
        </p:nvSpPr>
        <p:spPr bwMode="auto">
          <a:xfrm>
            <a:off x="762000" y="5867400"/>
            <a:ext cx="25146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Training Data</a:t>
            </a:r>
            <a:endParaRPr lang="en-US" altLang="en-US" sz="2000" b="0">
              <a:solidFill>
                <a:schemeClr val="bg2"/>
              </a:solidFill>
            </a:endParaRPr>
          </a:p>
        </p:txBody>
      </p:sp>
      <p:sp>
        <p:nvSpPr>
          <p:cNvPr id="11299" name="Text Box 37">
            <a:extLst>
              <a:ext uri="{FF2B5EF4-FFF2-40B4-BE49-F238E27FC236}">
                <a16:creationId xmlns:a16="http://schemas.microsoft.com/office/drawing/2014/main" xmlns="" id="{DF205736-1004-43CF-8B54-AB3C266DD761}"/>
              </a:ext>
            </a:extLst>
          </p:cNvPr>
          <p:cNvSpPr txBox="1">
            <a:spLocks noChangeArrowheads="1"/>
          </p:cNvSpPr>
          <p:nvPr/>
        </p:nvSpPr>
        <p:spPr bwMode="auto">
          <a:xfrm>
            <a:off x="5029200" y="5835650"/>
            <a:ext cx="3124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Model:  Decision Tree</a:t>
            </a:r>
            <a:endParaRPr lang="en-US" altLang="en-US" sz="2000" b="0">
              <a:solidFill>
                <a:schemeClr val="bg2"/>
              </a:solidFill>
            </a:endParaRPr>
          </a:p>
        </p:txBody>
      </p:sp>
      <p:sp>
        <p:nvSpPr>
          <p:cNvPr id="2" name="Date Placeholder 1">
            <a:extLst>
              <a:ext uri="{FF2B5EF4-FFF2-40B4-BE49-F238E27FC236}">
                <a16:creationId xmlns:a16="http://schemas.microsoft.com/office/drawing/2014/main" xmlns="" id="{8D544E44-FB63-46B6-833E-C93F7C501739}"/>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6209C8D7-84F6-408D-8B34-C8AFD82B4EE4}"/>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E7B3F00D-7942-4514-8C03-F0F627D4226D}"/>
              </a:ext>
            </a:extLst>
          </p:cNvPr>
          <p:cNvSpPr>
            <a:spLocks noGrp="1"/>
          </p:cNvSpPr>
          <p:nvPr>
            <p:ph type="sldNum" sz="quarter" idx="12"/>
          </p:nvPr>
        </p:nvSpPr>
        <p:spPr/>
        <p:txBody>
          <a:bodyPr/>
          <a:lstStyle/>
          <a:p>
            <a:pPr>
              <a:defRPr/>
            </a:pPr>
            <a:fld id="{012B5309-B5CA-4AD1-B6EF-30AB68056BA9}"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993F440C-A7FF-4C29-AF1E-D9941D7E3F64}"/>
              </a:ext>
            </a:extLst>
          </p:cNvPr>
          <p:cNvSpPr>
            <a:spLocks noGrp="1" noChangeArrowheads="1"/>
          </p:cNvSpPr>
          <p:nvPr>
            <p:ph type="title"/>
          </p:nvPr>
        </p:nvSpPr>
        <p:spPr/>
        <p:txBody>
          <a:bodyPr/>
          <a:lstStyle/>
          <a:p>
            <a:pPr>
              <a:defRPr/>
            </a:pPr>
            <a:r>
              <a:rPr lang="en-US">
                <a:cs typeface="+mj-cs"/>
              </a:rPr>
              <a:t>Apply Model to Test Data</a:t>
            </a:r>
          </a:p>
        </p:txBody>
      </p:sp>
      <p:sp>
        <p:nvSpPr>
          <p:cNvPr id="13314" name="Line 4">
            <a:extLst>
              <a:ext uri="{FF2B5EF4-FFF2-40B4-BE49-F238E27FC236}">
                <a16:creationId xmlns:a16="http://schemas.microsoft.com/office/drawing/2014/main" xmlns="" id="{CFC0DAF7-E76C-4164-A894-8C2200D7EF91}"/>
              </a:ext>
            </a:extLst>
          </p:cNvPr>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3315" name="Line 5">
            <a:extLst>
              <a:ext uri="{FF2B5EF4-FFF2-40B4-BE49-F238E27FC236}">
                <a16:creationId xmlns:a16="http://schemas.microsoft.com/office/drawing/2014/main" xmlns="" id="{1B5551FD-831B-4051-B976-C0188C3479F3}"/>
              </a:ext>
            </a:extLst>
          </p:cNvPr>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3316" name="Line 6">
            <a:extLst>
              <a:ext uri="{FF2B5EF4-FFF2-40B4-BE49-F238E27FC236}">
                <a16:creationId xmlns:a16="http://schemas.microsoft.com/office/drawing/2014/main" xmlns="" id="{9A677CE6-2592-42D4-A961-C0B5CD7A50A7}"/>
              </a:ext>
            </a:extLst>
          </p:cNvPr>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3317" name="Line 7">
            <a:extLst>
              <a:ext uri="{FF2B5EF4-FFF2-40B4-BE49-F238E27FC236}">
                <a16:creationId xmlns:a16="http://schemas.microsoft.com/office/drawing/2014/main" xmlns="" id="{48D37305-03FC-4BD1-825A-70DF78884D43}"/>
              </a:ext>
            </a:extLst>
          </p:cNvPr>
          <p:cNvSpPr>
            <a:spLocks noChangeShapeType="1"/>
          </p:cNvSpPr>
          <p:nvPr/>
        </p:nvSpPr>
        <p:spPr bwMode="auto">
          <a:xfrm>
            <a:off x="3695700" y="3576638"/>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3318" name="Line 8">
            <a:extLst>
              <a:ext uri="{FF2B5EF4-FFF2-40B4-BE49-F238E27FC236}">
                <a16:creationId xmlns:a16="http://schemas.microsoft.com/office/drawing/2014/main" xmlns="" id="{50A242D3-4622-4F29-B478-5C1B4AABC60A}"/>
              </a:ext>
            </a:extLst>
          </p:cNvPr>
          <p:cNvSpPr>
            <a:spLocks noChangeShapeType="1"/>
          </p:cNvSpPr>
          <p:nvPr/>
        </p:nvSpPr>
        <p:spPr bwMode="auto">
          <a:xfrm>
            <a:off x="2544763" y="2686050"/>
            <a:ext cx="620712"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3319" name="Line 9">
            <a:extLst>
              <a:ext uri="{FF2B5EF4-FFF2-40B4-BE49-F238E27FC236}">
                <a16:creationId xmlns:a16="http://schemas.microsoft.com/office/drawing/2014/main" xmlns="" id="{722DF2CF-AB55-4719-9627-F4173FB509BF}"/>
              </a:ext>
            </a:extLst>
          </p:cNvPr>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3320" name="Text Box 10">
            <a:extLst>
              <a:ext uri="{FF2B5EF4-FFF2-40B4-BE49-F238E27FC236}">
                <a16:creationId xmlns:a16="http://schemas.microsoft.com/office/drawing/2014/main" xmlns="" id="{E40FFE86-B022-4A6D-A22F-D83931FDA868}"/>
              </a:ext>
            </a:extLst>
          </p:cNvPr>
          <p:cNvSpPr txBox="1">
            <a:spLocks noChangeArrowheads="1"/>
          </p:cNvSpPr>
          <p:nvPr/>
        </p:nvSpPr>
        <p:spPr bwMode="auto">
          <a:xfrm>
            <a:off x="1606550" y="2362200"/>
            <a:ext cx="1027113"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13321" name="Text Box 11">
            <a:extLst>
              <a:ext uri="{FF2B5EF4-FFF2-40B4-BE49-F238E27FC236}">
                <a16:creationId xmlns:a16="http://schemas.microsoft.com/office/drawing/2014/main" xmlns="" id="{19C6115C-3279-47CD-9F07-F1801EE01C1F}"/>
              </a:ext>
            </a:extLst>
          </p:cNvPr>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3322" name="Text Box 12">
            <a:extLst>
              <a:ext uri="{FF2B5EF4-FFF2-40B4-BE49-F238E27FC236}">
                <a16:creationId xmlns:a16="http://schemas.microsoft.com/office/drawing/2014/main" xmlns="" id="{C2A590CE-1DF4-44AA-B236-D5AD95A8C21B}"/>
              </a:ext>
            </a:extLst>
          </p:cNvPr>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3323" name="AutoShape 13">
            <a:extLst>
              <a:ext uri="{FF2B5EF4-FFF2-40B4-BE49-F238E27FC236}">
                <a16:creationId xmlns:a16="http://schemas.microsoft.com/office/drawing/2014/main" xmlns="" id="{F55B3DDD-8639-4610-AA1D-2CB767D5F6D6}"/>
              </a:ext>
            </a:extLst>
          </p:cNvPr>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3324" name="Text Box 14">
            <a:extLst>
              <a:ext uri="{FF2B5EF4-FFF2-40B4-BE49-F238E27FC236}">
                <a16:creationId xmlns:a16="http://schemas.microsoft.com/office/drawing/2014/main" xmlns="" id="{AAC0AFE7-0E5C-4AB6-B383-2C0615314226}"/>
              </a:ext>
            </a:extLst>
          </p:cNvPr>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3325" name="AutoShape 15">
            <a:extLst>
              <a:ext uri="{FF2B5EF4-FFF2-40B4-BE49-F238E27FC236}">
                <a16:creationId xmlns:a16="http://schemas.microsoft.com/office/drawing/2014/main" xmlns="" id="{1B9D66AF-CABC-4572-A16C-774CE7ABCB74}"/>
              </a:ext>
            </a:extLst>
          </p:cNvPr>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3326" name="Text Box 16">
            <a:extLst>
              <a:ext uri="{FF2B5EF4-FFF2-40B4-BE49-F238E27FC236}">
                <a16:creationId xmlns:a16="http://schemas.microsoft.com/office/drawing/2014/main" xmlns="" id="{BB77729D-AFD5-4809-908B-6A802807CD60}"/>
              </a:ext>
            </a:extLst>
          </p:cNvPr>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3327" name="AutoShape 17">
            <a:extLst>
              <a:ext uri="{FF2B5EF4-FFF2-40B4-BE49-F238E27FC236}">
                <a16:creationId xmlns:a16="http://schemas.microsoft.com/office/drawing/2014/main" xmlns="" id="{F0191F06-4203-4D45-B4BB-6DC436BDD573}"/>
              </a:ext>
            </a:extLst>
          </p:cNvPr>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3328" name="Text Box 18">
            <a:extLst>
              <a:ext uri="{FF2B5EF4-FFF2-40B4-BE49-F238E27FC236}">
                <a16:creationId xmlns:a16="http://schemas.microsoft.com/office/drawing/2014/main" xmlns="" id="{239E30DB-07DB-4185-84D3-11CFE62AC929}"/>
              </a:ext>
            </a:extLst>
          </p:cNvPr>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3329" name="AutoShape 19">
            <a:extLst>
              <a:ext uri="{FF2B5EF4-FFF2-40B4-BE49-F238E27FC236}">
                <a16:creationId xmlns:a16="http://schemas.microsoft.com/office/drawing/2014/main" xmlns="" id="{08C2382E-94DD-4EC0-AD4F-D3A899D1C4C6}"/>
              </a:ext>
            </a:extLst>
          </p:cNvPr>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3330" name="Text Box 20">
            <a:extLst>
              <a:ext uri="{FF2B5EF4-FFF2-40B4-BE49-F238E27FC236}">
                <a16:creationId xmlns:a16="http://schemas.microsoft.com/office/drawing/2014/main" xmlns="" id="{A3DDA5F8-878E-4097-9812-2723A5863B80}"/>
              </a:ext>
            </a:extLst>
          </p:cNvPr>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3331" name="Text Box 21">
            <a:extLst>
              <a:ext uri="{FF2B5EF4-FFF2-40B4-BE49-F238E27FC236}">
                <a16:creationId xmlns:a16="http://schemas.microsoft.com/office/drawing/2014/main" xmlns="" id="{B54E08F5-7FC2-4D95-BCA4-3A35A3E6EEA5}"/>
              </a:ext>
            </a:extLst>
          </p:cNvPr>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3332" name="Text Box 22">
            <a:extLst>
              <a:ext uri="{FF2B5EF4-FFF2-40B4-BE49-F238E27FC236}">
                <a16:creationId xmlns:a16="http://schemas.microsoft.com/office/drawing/2014/main" xmlns="" id="{9F560FD4-62BF-4CB3-9EEF-FB4E379CE782}"/>
              </a:ext>
            </a:extLst>
          </p:cNvPr>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No</a:t>
            </a:r>
            <a:endParaRPr lang="en-US" altLang="en-US" sz="1600" b="0">
              <a:solidFill>
                <a:schemeClr val="bg2"/>
              </a:solidFill>
            </a:endParaRPr>
          </a:p>
        </p:txBody>
      </p:sp>
      <p:sp>
        <p:nvSpPr>
          <p:cNvPr id="13333" name="Text Box 23">
            <a:extLst>
              <a:ext uri="{FF2B5EF4-FFF2-40B4-BE49-F238E27FC236}">
                <a16:creationId xmlns:a16="http://schemas.microsoft.com/office/drawing/2014/main" xmlns="" id="{63C2302F-E2CA-46A9-9309-D0BE62879C78}"/>
              </a:ext>
            </a:extLst>
          </p:cNvPr>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Married</a:t>
            </a:r>
            <a:r>
              <a:rPr lang="en-US" altLang="en-US" sz="1600" b="0">
                <a:solidFill>
                  <a:schemeClr val="bg2"/>
                </a:solidFill>
              </a:rPr>
              <a:t> </a:t>
            </a:r>
          </a:p>
        </p:txBody>
      </p:sp>
      <p:sp>
        <p:nvSpPr>
          <p:cNvPr id="13334" name="Text Box 24">
            <a:extLst>
              <a:ext uri="{FF2B5EF4-FFF2-40B4-BE49-F238E27FC236}">
                <a16:creationId xmlns:a16="http://schemas.microsoft.com/office/drawing/2014/main" xmlns="" id="{382E0DD5-9B29-4715-8D61-DFD0959DE0CF}"/>
              </a:ext>
            </a:extLst>
          </p:cNvPr>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3335" name="Text Box 25">
            <a:extLst>
              <a:ext uri="{FF2B5EF4-FFF2-40B4-BE49-F238E27FC236}">
                <a16:creationId xmlns:a16="http://schemas.microsoft.com/office/drawing/2014/main" xmlns="" id="{BF0B5846-FFB1-496B-8B3E-C3E94539DFFD}"/>
              </a:ext>
            </a:extLst>
          </p:cNvPr>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3336" name="Text Box 26">
            <a:extLst>
              <a:ext uri="{FF2B5EF4-FFF2-40B4-BE49-F238E27FC236}">
                <a16:creationId xmlns:a16="http://schemas.microsoft.com/office/drawing/2014/main" xmlns="" id="{8A906DD0-E22C-4E65-A9D3-069F2433F6C0}"/>
              </a:ext>
            </a:extLst>
          </p:cNvPr>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graphicFrame>
        <p:nvGraphicFramePr>
          <p:cNvPr id="13337" name="Object 27">
            <a:extLst>
              <a:ext uri="{FF2B5EF4-FFF2-40B4-BE49-F238E27FC236}">
                <a16:creationId xmlns:a16="http://schemas.microsoft.com/office/drawing/2014/main" xmlns="" id="{390683B0-1366-48D5-BB95-E00CDC45E64D}"/>
              </a:ext>
            </a:extLst>
          </p:cNvPr>
          <p:cNvGraphicFramePr>
            <a:graphicFrameLocks noChangeAspect="1"/>
          </p:cNvGraphicFramePr>
          <p:nvPr/>
        </p:nvGraphicFramePr>
        <p:xfrm>
          <a:off x="4957763" y="1604963"/>
          <a:ext cx="3586162" cy="1096962"/>
        </p:xfrm>
        <a:graphic>
          <a:graphicData uri="http://schemas.openxmlformats.org/presentationml/2006/ole">
            <p:oleObj spid="_x0000_s13415" name="Document" r:id="rId3" imgW="5093480" imgH="1564535" progId="Word.Document.8">
              <p:embed/>
            </p:oleObj>
          </a:graphicData>
        </a:graphic>
      </p:graphicFrame>
      <p:sp>
        <p:nvSpPr>
          <p:cNvPr id="13338" name="Text Box 28">
            <a:extLst>
              <a:ext uri="{FF2B5EF4-FFF2-40B4-BE49-F238E27FC236}">
                <a16:creationId xmlns:a16="http://schemas.microsoft.com/office/drawing/2014/main" xmlns="" id="{22EB3426-7C8C-4EFB-80E3-38766054524D}"/>
              </a:ext>
            </a:extLst>
          </p:cNvPr>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Test Data</a:t>
            </a:r>
            <a:endParaRPr lang="en-US" altLang="en-US" sz="2000" b="0">
              <a:solidFill>
                <a:schemeClr val="bg2"/>
              </a:solidFill>
            </a:endParaRPr>
          </a:p>
        </p:txBody>
      </p:sp>
      <p:sp>
        <p:nvSpPr>
          <p:cNvPr id="13339" name="Text Box 29">
            <a:extLst>
              <a:ext uri="{FF2B5EF4-FFF2-40B4-BE49-F238E27FC236}">
                <a16:creationId xmlns:a16="http://schemas.microsoft.com/office/drawing/2014/main" xmlns="" id="{4838A494-6BD8-4485-B9F4-C8CF3D0BF1C9}"/>
              </a:ext>
            </a:extLst>
          </p:cNvPr>
          <p:cNvSpPr txBox="1">
            <a:spLocks noChangeArrowheads="1"/>
          </p:cNvSpPr>
          <p:nvPr/>
        </p:nvSpPr>
        <p:spPr bwMode="auto">
          <a:xfrm>
            <a:off x="990600" y="1447800"/>
            <a:ext cx="3429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80000"/>
              </a:lnSpc>
              <a:spcBef>
                <a:spcPct val="20000"/>
              </a:spcBef>
              <a:spcAft>
                <a:spcPct val="0"/>
              </a:spcAft>
              <a:buClr>
                <a:schemeClr val="accent2"/>
              </a:buClr>
              <a:buFont typeface="Monotype Sorts" pitchFamily="-84" charset="2"/>
              <a:buNone/>
            </a:pPr>
            <a:r>
              <a:rPr lang="en-US" altLang="en-US" sz="2000" b="0"/>
              <a:t>Start from the root of tree.</a:t>
            </a:r>
          </a:p>
        </p:txBody>
      </p:sp>
      <p:sp>
        <p:nvSpPr>
          <p:cNvPr id="13340" name="Line 30">
            <a:extLst>
              <a:ext uri="{FF2B5EF4-FFF2-40B4-BE49-F238E27FC236}">
                <a16:creationId xmlns:a16="http://schemas.microsoft.com/office/drawing/2014/main" xmlns="" id="{34A5AE84-2733-4E41-8F86-DB7E5F43BB07}"/>
              </a:ext>
            </a:extLst>
          </p:cNvPr>
          <p:cNvSpPr>
            <a:spLocks noChangeShapeType="1"/>
          </p:cNvSpPr>
          <p:nvPr/>
        </p:nvSpPr>
        <p:spPr bwMode="auto">
          <a:xfrm>
            <a:off x="2133600" y="1828800"/>
            <a:ext cx="0" cy="457200"/>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 name="Date Placeholder 1">
            <a:extLst>
              <a:ext uri="{FF2B5EF4-FFF2-40B4-BE49-F238E27FC236}">
                <a16:creationId xmlns:a16="http://schemas.microsoft.com/office/drawing/2014/main" xmlns="" id="{095A981C-5DEE-425C-BDF5-8C2167962DC6}"/>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E7253184-1496-48BB-825B-EAAE9CEA8FE1}"/>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DF934FAB-6B65-4DFD-A800-237D12D35944}"/>
              </a:ext>
            </a:extLst>
          </p:cNvPr>
          <p:cNvSpPr>
            <a:spLocks noGrp="1"/>
          </p:cNvSpPr>
          <p:nvPr>
            <p:ph type="sldNum" sz="quarter" idx="12"/>
          </p:nvPr>
        </p:nvSpPr>
        <p:spPr/>
        <p:txBody>
          <a:bodyPr/>
          <a:lstStyle/>
          <a:p>
            <a:pPr>
              <a:defRPr/>
            </a:pPr>
            <a:fld id="{FBBC085E-F244-4C19-A8BC-465573CB4ECB}"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xmlns="" id="{213D0D3C-AF5C-48AE-B7ED-1CAA2C1038EA}"/>
              </a:ext>
            </a:extLst>
          </p:cNvPr>
          <p:cNvSpPr>
            <a:spLocks noGrp="1" noChangeArrowheads="1"/>
          </p:cNvSpPr>
          <p:nvPr>
            <p:ph type="title"/>
          </p:nvPr>
        </p:nvSpPr>
        <p:spPr/>
        <p:txBody>
          <a:bodyPr/>
          <a:lstStyle/>
          <a:p>
            <a:pPr>
              <a:defRPr/>
            </a:pPr>
            <a:r>
              <a:rPr lang="en-US">
                <a:cs typeface="+mj-cs"/>
              </a:rPr>
              <a:t>Apply Model to Test Data</a:t>
            </a:r>
          </a:p>
        </p:txBody>
      </p:sp>
      <p:sp>
        <p:nvSpPr>
          <p:cNvPr id="14338" name="Line 4">
            <a:extLst>
              <a:ext uri="{FF2B5EF4-FFF2-40B4-BE49-F238E27FC236}">
                <a16:creationId xmlns:a16="http://schemas.microsoft.com/office/drawing/2014/main" xmlns="" id="{56A8BE6D-1441-43C0-9CC6-9AE0742DAD11}"/>
              </a:ext>
            </a:extLst>
          </p:cNvPr>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4339" name="Line 5">
            <a:extLst>
              <a:ext uri="{FF2B5EF4-FFF2-40B4-BE49-F238E27FC236}">
                <a16:creationId xmlns:a16="http://schemas.microsoft.com/office/drawing/2014/main" xmlns="" id="{04874380-62CC-4810-8CF6-544ABD241ED7}"/>
              </a:ext>
            </a:extLst>
          </p:cNvPr>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4340" name="Line 6">
            <a:extLst>
              <a:ext uri="{FF2B5EF4-FFF2-40B4-BE49-F238E27FC236}">
                <a16:creationId xmlns:a16="http://schemas.microsoft.com/office/drawing/2014/main" xmlns="" id="{3B10717E-332C-49C2-AA0D-60DAC8A975D7}"/>
              </a:ext>
            </a:extLst>
          </p:cNvPr>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4341" name="Line 7">
            <a:extLst>
              <a:ext uri="{FF2B5EF4-FFF2-40B4-BE49-F238E27FC236}">
                <a16:creationId xmlns:a16="http://schemas.microsoft.com/office/drawing/2014/main" xmlns="" id="{2AFB65CF-282E-4F14-9C97-3156DB88A840}"/>
              </a:ext>
            </a:extLst>
          </p:cNvPr>
          <p:cNvSpPr>
            <a:spLocks noChangeShapeType="1"/>
          </p:cNvSpPr>
          <p:nvPr/>
        </p:nvSpPr>
        <p:spPr bwMode="auto">
          <a:xfrm>
            <a:off x="3695700" y="3576638"/>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4342" name="Line 8">
            <a:extLst>
              <a:ext uri="{FF2B5EF4-FFF2-40B4-BE49-F238E27FC236}">
                <a16:creationId xmlns:a16="http://schemas.microsoft.com/office/drawing/2014/main" xmlns="" id="{53702AFC-BB69-4137-BD49-F15777DD206A}"/>
              </a:ext>
            </a:extLst>
          </p:cNvPr>
          <p:cNvSpPr>
            <a:spLocks noChangeShapeType="1"/>
          </p:cNvSpPr>
          <p:nvPr/>
        </p:nvSpPr>
        <p:spPr bwMode="auto">
          <a:xfrm>
            <a:off x="2544763" y="2686050"/>
            <a:ext cx="620712"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4343" name="Line 9">
            <a:extLst>
              <a:ext uri="{FF2B5EF4-FFF2-40B4-BE49-F238E27FC236}">
                <a16:creationId xmlns:a16="http://schemas.microsoft.com/office/drawing/2014/main" xmlns="" id="{A0D9D5A1-9D0E-441D-AC91-6FDAD0F66292}"/>
              </a:ext>
            </a:extLst>
          </p:cNvPr>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4344" name="Text Box 11">
            <a:extLst>
              <a:ext uri="{FF2B5EF4-FFF2-40B4-BE49-F238E27FC236}">
                <a16:creationId xmlns:a16="http://schemas.microsoft.com/office/drawing/2014/main" xmlns="" id="{CB069314-8DD4-4C46-B617-94C8AF617409}"/>
              </a:ext>
            </a:extLst>
          </p:cNvPr>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4345" name="Text Box 12">
            <a:extLst>
              <a:ext uri="{FF2B5EF4-FFF2-40B4-BE49-F238E27FC236}">
                <a16:creationId xmlns:a16="http://schemas.microsoft.com/office/drawing/2014/main" xmlns="" id="{E7BDDCAE-8841-43D0-9FD8-6E6B93191BC4}"/>
              </a:ext>
            </a:extLst>
          </p:cNvPr>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4346" name="AutoShape 13">
            <a:extLst>
              <a:ext uri="{FF2B5EF4-FFF2-40B4-BE49-F238E27FC236}">
                <a16:creationId xmlns:a16="http://schemas.microsoft.com/office/drawing/2014/main" xmlns="" id="{D40F9F0D-16CC-4B4D-AD51-17D354EDC980}"/>
              </a:ext>
            </a:extLst>
          </p:cNvPr>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4347" name="Text Box 14">
            <a:extLst>
              <a:ext uri="{FF2B5EF4-FFF2-40B4-BE49-F238E27FC236}">
                <a16:creationId xmlns:a16="http://schemas.microsoft.com/office/drawing/2014/main" xmlns="" id="{59BB683C-502A-4654-94D5-71BD7C4AEB16}"/>
              </a:ext>
            </a:extLst>
          </p:cNvPr>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4348" name="AutoShape 15">
            <a:extLst>
              <a:ext uri="{FF2B5EF4-FFF2-40B4-BE49-F238E27FC236}">
                <a16:creationId xmlns:a16="http://schemas.microsoft.com/office/drawing/2014/main" xmlns="" id="{824C1A17-8512-476D-BBFD-32F34F052DF8}"/>
              </a:ext>
            </a:extLst>
          </p:cNvPr>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4349" name="Text Box 16">
            <a:extLst>
              <a:ext uri="{FF2B5EF4-FFF2-40B4-BE49-F238E27FC236}">
                <a16:creationId xmlns:a16="http://schemas.microsoft.com/office/drawing/2014/main" xmlns="" id="{4ED975EC-D304-410D-8CAA-95F7E69A57D5}"/>
              </a:ext>
            </a:extLst>
          </p:cNvPr>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4350" name="AutoShape 17">
            <a:extLst>
              <a:ext uri="{FF2B5EF4-FFF2-40B4-BE49-F238E27FC236}">
                <a16:creationId xmlns:a16="http://schemas.microsoft.com/office/drawing/2014/main" xmlns="" id="{28A27D12-83EF-4C0A-8F0F-886F45B7244D}"/>
              </a:ext>
            </a:extLst>
          </p:cNvPr>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4351" name="Text Box 18">
            <a:extLst>
              <a:ext uri="{FF2B5EF4-FFF2-40B4-BE49-F238E27FC236}">
                <a16:creationId xmlns:a16="http://schemas.microsoft.com/office/drawing/2014/main" xmlns="" id="{250672FB-002D-4997-8840-C387EBBAC40E}"/>
              </a:ext>
            </a:extLst>
          </p:cNvPr>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4352" name="AutoShape 19">
            <a:extLst>
              <a:ext uri="{FF2B5EF4-FFF2-40B4-BE49-F238E27FC236}">
                <a16:creationId xmlns:a16="http://schemas.microsoft.com/office/drawing/2014/main" xmlns="" id="{8C3AE25B-BF8C-4BF2-82DB-F23ED68A1653}"/>
              </a:ext>
            </a:extLst>
          </p:cNvPr>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4353" name="Text Box 20">
            <a:extLst>
              <a:ext uri="{FF2B5EF4-FFF2-40B4-BE49-F238E27FC236}">
                <a16:creationId xmlns:a16="http://schemas.microsoft.com/office/drawing/2014/main" xmlns="" id="{9FCE4A1D-12AC-47DF-9A80-697ABD195B7C}"/>
              </a:ext>
            </a:extLst>
          </p:cNvPr>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4354" name="Text Box 21">
            <a:extLst>
              <a:ext uri="{FF2B5EF4-FFF2-40B4-BE49-F238E27FC236}">
                <a16:creationId xmlns:a16="http://schemas.microsoft.com/office/drawing/2014/main" xmlns="" id="{322ACB3F-3A0E-4FB4-B51A-41F9B060E904}"/>
              </a:ext>
            </a:extLst>
          </p:cNvPr>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4355" name="Text Box 22">
            <a:extLst>
              <a:ext uri="{FF2B5EF4-FFF2-40B4-BE49-F238E27FC236}">
                <a16:creationId xmlns:a16="http://schemas.microsoft.com/office/drawing/2014/main" xmlns="" id="{D0A523E8-4FD1-4620-B409-B652B111F365}"/>
              </a:ext>
            </a:extLst>
          </p:cNvPr>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No</a:t>
            </a:r>
            <a:endParaRPr lang="en-US" altLang="en-US" sz="1600" b="0">
              <a:solidFill>
                <a:schemeClr val="bg2"/>
              </a:solidFill>
            </a:endParaRPr>
          </a:p>
        </p:txBody>
      </p:sp>
      <p:sp>
        <p:nvSpPr>
          <p:cNvPr id="14356" name="Text Box 23">
            <a:extLst>
              <a:ext uri="{FF2B5EF4-FFF2-40B4-BE49-F238E27FC236}">
                <a16:creationId xmlns:a16="http://schemas.microsoft.com/office/drawing/2014/main" xmlns="" id="{2DBC14EE-3135-40AF-B595-F738D30AE070}"/>
              </a:ext>
            </a:extLst>
          </p:cNvPr>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Married</a:t>
            </a:r>
            <a:r>
              <a:rPr lang="en-US" altLang="en-US" sz="1600" b="0">
                <a:solidFill>
                  <a:schemeClr val="bg2"/>
                </a:solidFill>
              </a:rPr>
              <a:t> </a:t>
            </a:r>
          </a:p>
        </p:txBody>
      </p:sp>
      <p:sp>
        <p:nvSpPr>
          <p:cNvPr id="14357" name="Text Box 24">
            <a:extLst>
              <a:ext uri="{FF2B5EF4-FFF2-40B4-BE49-F238E27FC236}">
                <a16:creationId xmlns:a16="http://schemas.microsoft.com/office/drawing/2014/main" xmlns="" id="{6470BC24-4CAE-42B1-BD4F-6E6F8C7C8FDF}"/>
              </a:ext>
            </a:extLst>
          </p:cNvPr>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4358" name="Text Box 25">
            <a:extLst>
              <a:ext uri="{FF2B5EF4-FFF2-40B4-BE49-F238E27FC236}">
                <a16:creationId xmlns:a16="http://schemas.microsoft.com/office/drawing/2014/main" xmlns="" id="{E1D84FFF-B81B-433F-88C5-E025386C4EF4}"/>
              </a:ext>
            </a:extLst>
          </p:cNvPr>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4359" name="Text Box 26">
            <a:extLst>
              <a:ext uri="{FF2B5EF4-FFF2-40B4-BE49-F238E27FC236}">
                <a16:creationId xmlns:a16="http://schemas.microsoft.com/office/drawing/2014/main" xmlns="" id="{4F779082-04A8-41C2-B421-C3734C268C0D}"/>
              </a:ext>
            </a:extLst>
          </p:cNvPr>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graphicFrame>
        <p:nvGraphicFramePr>
          <p:cNvPr id="14360" name="Object 27">
            <a:extLst>
              <a:ext uri="{FF2B5EF4-FFF2-40B4-BE49-F238E27FC236}">
                <a16:creationId xmlns:a16="http://schemas.microsoft.com/office/drawing/2014/main" xmlns="" id="{18E844DE-1304-485C-8A4A-F9689CE1E107}"/>
              </a:ext>
            </a:extLst>
          </p:cNvPr>
          <p:cNvGraphicFramePr>
            <a:graphicFrameLocks noChangeAspect="1"/>
          </p:cNvGraphicFramePr>
          <p:nvPr/>
        </p:nvGraphicFramePr>
        <p:xfrm>
          <a:off x="4987925" y="1604963"/>
          <a:ext cx="3678238" cy="1096962"/>
        </p:xfrm>
        <a:graphic>
          <a:graphicData uri="http://schemas.openxmlformats.org/presentationml/2006/ole">
            <p:oleObj spid="_x0000_s14438" name="Document" r:id="rId3" imgW="5229485" imgH="1564535" progId="Word.Document.8">
              <p:embed/>
            </p:oleObj>
          </a:graphicData>
        </a:graphic>
      </p:graphicFrame>
      <p:sp>
        <p:nvSpPr>
          <p:cNvPr id="14361" name="Text Box 28">
            <a:extLst>
              <a:ext uri="{FF2B5EF4-FFF2-40B4-BE49-F238E27FC236}">
                <a16:creationId xmlns:a16="http://schemas.microsoft.com/office/drawing/2014/main" xmlns="" id="{A54CE64B-5C71-4CC9-8E87-325980B28A29}"/>
              </a:ext>
            </a:extLst>
          </p:cNvPr>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Test Data</a:t>
            </a:r>
            <a:endParaRPr lang="en-US" altLang="en-US" sz="2000" b="0">
              <a:solidFill>
                <a:schemeClr val="bg2"/>
              </a:solidFill>
            </a:endParaRPr>
          </a:p>
        </p:txBody>
      </p:sp>
      <p:sp>
        <p:nvSpPr>
          <p:cNvPr id="14362" name="Line 29">
            <a:extLst>
              <a:ext uri="{FF2B5EF4-FFF2-40B4-BE49-F238E27FC236}">
                <a16:creationId xmlns:a16="http://schemas.microsoft.com/office/drawing/2014/main" xmlns="" id="{39762673-54F9-47FA-AEA7-AEBFEEE68402}"/>
              </a:ext>
            </a:extLst>
          </p:cNvPr>
          <p:cNvSpPr>
            <a:spLocks noChangeShapeType="1"/>
          </p:cNvSpPr>
          <p:nvPr/>
        </p:nvSpPr>
        <p:spPr bwMode="auto">
          <a:xfrm flipH="1">
            <a:off x="2667000" y="1828800"/>
            <a:ext cx="2362200" cy="6858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4363" name="Text Box 30">
            <a:extLst>
              <a:ext uri="{FF2B5EF4-FFF2-40B4-BE49-F238E27FC236}">
                <a16:creationId xmlns:a16="http://schemas.microsoft.com/office/drawing/2014/main" xmlns="" id="{AE047BE0-2BA1-43B3-B053-658EBFC155F3}"/>
              </a:ext>
            </a:extLst>
          </p:cNvPr>
          <p:cNvSpPr txBox="1">
            <a:spLocks noChangeArrowheads="1"/>
          </p:cNvSpPr>
          <p:nvPr/>
        </p:nvSpPr>
        <p:spPr bwMode="auto">
          <a:xfrm>
            <a:off x="1606550" y="2362200"/>
            <a:ext cx="1027113"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2" name="Date Placeholder 1">
            <a:extLst>
              <a:ext uri="{FF2B5EF4-FFF2-40B4-BE49-F238E27FC236}">
                <a16:creationId xmlns:a16="http://schemas.microsoft.com/office/drawing/2014/main" xmlns="" id="{615EB539-80C1-4112-B74F-9A76F3E5A1E0}"/>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E2B5426D-612B-431A-AE31-090551F87727}"/>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AC0CAA1E-D0BD-43F8-8EB9-B6E0BA7C85B9}"/>
              </a:ext>
            </a:extLst>
          </p:cNvPr>
          <p:cNvSpPr>
            <a:spLocks noGrp="1"/>
          </p:cNvSpPr>
          <p:nvPr>
            <p:ph type="sldNum" sz="quarter" idx="12"/>
          </p:nvPr>
        </p:nvSpPr>
        <p:spPr/>
        <p:txBody>
          <a:bodyPr/>
          <a:lstStyle/>
          <a:p>
            <a:pPr>
              <a:defRPr/>
            </a:pPr>
            <a:fld id="{DDA601D1-C8A5-48CA-9034-94D7F4C0A899}"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F8500862-0B0F-4476-B043-EB69CCE76A0D}"/>
              </a:ext>
            </a:extLst>
          </p:cNvPr>
          <p:cNvSpPr>
            <a:spLocks noGrp="1" noChangeArrowheads="1"/>
          </p:cNvSpPr>
          <p:nvPr>
            <p:ph type="title"/>
          </p:nvPr>
        </p:nvSpPr>
        <p:spPr/>
        <p:txBody>
          <a:bodyPr/>
          <a:lstStyle/>
          <a:p>
            <a:pPr>
              <a:defRPr/>
            </a:pPr>
            <a:r>
              <a:rPr lang="en-US">
                <a:cs typeface="+mj-cs"/>
              </a:rPr>
              <a:t>Apply Model to Test Data</a:t>
            </a:r>
          </a:p>
        </p:txBody>
      </p:sp>
      <p:sp>
        <p:nvSpPr>
          <p:cNvPr id="15362" name="Line 3">
            <a:extLst>
              <a:ext uri="{FF2B5EF4-FFF2-40B4-BE49-F238E27FC236}">
                <a16:creationId xmlns:a16="http://schemas.microsoft.com/office/drawing/2014/main" xmlns="" id="{82A8ADAA-CCDA-4312-9E67-3455102DBB15}"/>
              </a:ext>
            </a:extLst>
          </p:cNvPr>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63" name="Line 4">
            <a:extLst>
              <a:ext uri="{FF2B5EF4-FFF2-40B4-BE49-F238E27FC236}">
                <a16:creationId xmlns:a16="http://schemas.microsoft.com/office/drawing/2014/main" xmlns="" id="{4EC4C0D6-BDF2-445C-87F4-1C40D009B852}"/>
              </a:ext>
            </a:extLst>
          </p:cNvPr>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64" name="Line 5">
            <a:extLst>
              <a:ext uri="{FF2B5EF4-FFF2-40B4-BE49-F238E27FC236}">
                <a16:creationId xmlns:a16="http://schemas.microsoft.com/office/drawing/2014/main" xmlns="" id="{A42839C7-9CF1-4A02-8FB5-906617682C98}"/>
              </a:ext>
            </a:extLst>
          </p:cNvPr>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65" name="Line 6">
            <a:extLst>
              <a:ext uri="{FF2B5EF4-FFF2-40B4-BE49-F238E27FC236}">
                <a16:creationId xmlns:a16="http://schemas.microsoft.com/office/drawing/2014/main" xmlns="" id="{52DA3C68-DE02-434B-B10E-89F873817686}"/>
              </a:ext>
            </a:extLst>
          </p:cNvPr>
          <p:cNvSpPr>
            <a:spLocks noChangeShapeType="1"/>
          </p:cNvSpPr>
          <p:nvPr/>
        </p:nvSpPr>
        <p:spPr bwMode="auto">
          <a:xfrm>
            <a:off x="3695700" y="3576638"/>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66" name="Line 7">
            <a:extLst>
              <a:ext uri="{FF2B5EF4-FFF2-40B4-BE49-F238E27FC236}">
                <a16:creationId xmlns:a16="http://schemas.microsoft.com/office/drawing/2014/main" xmlns="" id="{6A5CACC0-3644-4FBC-9F83-1D723E133D2F}"/>
              </a:ext>
            </a:extLst>
          </p:cNvPr>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67" name="Line 8">
            <a:extLst>
              <a:ext uri="{FF2B5EF4-FFF2-40B4-BE49-F238E27FC236}">
                <a16:creationId xmlns:a16="http://schemas.microsoft.com/office/drawing/2014/main" xmlns="" id="{8DA73204-53C6-4A30-B336-60FA1AF723C6}"/>
              </a:ext>
            </a:extLst>
          </p:cNvPr>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68" name="Text Box 10">
            <a:extLst>
              <a:ext uri="{FF2B5EF4-FFF2-40B4-BE49-F238E27FC236}">
                <a16:creationId xmlns:a16="http://schemas.microsoft.com/office/drawing/2014/main" xmlns="" id="{0E64B6E4-17B0-4AD3-91DF-291F8B5BF27B}"/>
              </a:ext>
            </a:extLst>
          </p:cNvPr>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5369" name="Text Box 11">
            <a:extLst>
              <a:ext uri="{FF2B5EF4-FFF2-40B4-BE49-F238E27FC236}">
                <a16:creationId xmlns:a16="http://schemas.microsoft.com/office/drawing/2014/main" xmlns="" id="{39DACC15-A05A-4C39-AA3A-DEDDF011EB13}"/>
              </a:ext>
            </a:extLst>
          </p:cNvPr>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5370" name="AutoShape 12">
            <a:extLst>
              <a:ext uri="{FF2B5EF4-FFF2-40B4-BE49-F238E27FC236}">
                <a16:creationId xmlns:a16="http://schemas.microsoft.com/office/drawing/2014/main" xmlns="" id="{C7EF50E1-1C39-48C8-95DF-1EF8FA8CEE49}"/>
              </a:ext>
            </a:extLst>
          </p:cNvPr>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5371" name="Text Box 13">
            <a:extLst>
              <a:ext uri="{FF2B5EF4-FFF2-40B4-BE49-F238E27FC236}">
                <a16:creationId xmlns:a16="http://schemas.microsoft.com/office/drawing/2014/main" xmlns="" id="{CA80B343-AAD0-4560-A866-299F90A71971}"/>
              </a:ext>
            </a:extLst>
          </p:cNvPr>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5372" name="AutoShape 14">
            <a:extLst>
              <a:ext uri="{FF2B5EF4-FFF2-40B4-BE49-F238E27FC236}">
                <a16:creationId xmlns:a16="http://schemas.microsoft.com/office/drawing/2014/main" xmlns="" id="{C8BBC06F-05D5-4849-976E-C7E6D780281D}"/>
              </a:ext>
            </a:extLst>
          </p:cNvPr>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5373" name="Text Box 15">
            <a:extLst>
              <a:ext uri="{FF2B5EF4-FFF2-40B4-BE49-F238E27FC236}">
                <a16:creationId xmlns:a16="http://schemas.microsoft.com/office/drawing/2014/main" xmlns="" id="{30CCC176-FBB9-4FA4-98F9-4D645EF81A47}"/>
              </a:ext>
            </a:extLst>
          </p:cNvPr>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5374" name="AutoShape 16">
            <a:extLst>
              <a:ext uri="{FF2B5EF4-FFF2-40B4-BE49-F238E27FC236}">
                <a16:creationId xmlns:a16="http://schemas.microsoft.com/office/drawing/2014/main" xmlns="" id="{DC143013-C6EB-4F90-BB6E-9CDE718FCFBA}"/>
              </a:ext>
            </a:extLst>
          </p:cNvPr>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5375" name="Text Box 17">
            <a:extLst>
              <a:ext uri="{FF2B5EF4-FFF2-40B4-BE49-F238E27FC236}">
                <a16:creationId xmlns:a16="http://schemas.microsoft.com/office/drawing/2014/main" xmlns="" id="{5B9032FF-678A-498E-80BD-1480159E63D2}"/>
              </a:ext>
            </a:extLst>
          </p:cNvPr>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5376" name="AutoShape 18">
            <a:extLst>
              <a:ext uri="{FF2B5EF4-FFF2-40B4-BE49-F238E27FC236}">
                <a16:creationId xmlns:a16="http://schemas.microsoft.com/office/drawing/2014/main" xmlns="" id="{3A744CE6-8BB1-4F67-AE18-36B692D68D8A}"/>
              </a:ext>
            </a:extLst>
          </p:cNvPr>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5377" name="Text Box 19">
            <a:extLst>
              <a:ext uri="{FF2B5EF4-FFF2-40B4-BE49-F238E27FC236}">
                <a16:creationId xmlns:a16="http://schemas.microsoft.com/office/drawing/2014/main" xmlns="" id="{5C64B847-705F-4B1C-9890-A1207D706A45}"/>
              </a:ext>
            </a:extLst>
          </p:cNvPr>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5378" name="Text Box 20">
            <a:extLst>
              <a:ext uri="{FF2B5EF4-FFF2-40B4-BE49-F238E27FC236}">
                <a16:creationId xmlns:a16="http://schemas.microsoft.com/office/drawing/2014/main" xmlns="" id="{691A2651-5243-4D95-A246-DF3792B554D2}"/>
              </a:ext>
            </a:extLst>
          </p:cNvPr>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5379" name="Text Box 21">
            <a:extLst>
              <a:ext uri="{FF2B5EF4-FFF2-40B4-BE49-F238E27FC236}">
                <a16:creationId xmlns:a16="http://schemas.microsoft.com/office/drawing/2014/main" xmlns="" id="{D43D4DD6-3792-4914-9435-6A7ABE615D89}"/>
              </a:ext>
            </a:extLst>
          </p:cNvPr>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solidFill>
                  <a:srgbClr val="FF0000"/>
                </a:solidFill>
              </a:rPr>
              <a:t>No</a:t>
            </a:r>
          </a:p>
        </p:txBody>
      </p:sp>
      <p:sp>
        <p:nvSpPr>
          <p:cNvPr id="15380" name="Text Box 22">
            <a:extLst>
              <a:ext uri="{FF2B5EF4-FFF2-40B4-BE49-F238E27FC236}">
                <a16:creationId xmlns:a16="http://schemas.microsoft.com/office/drawing/2014/main" xmlns="" id="{18A9BCD1-0990-4A0E-8E08-E636B690BFF1}"/>
              </a:ext>
            </a:extLst>
          </p:cNvPr>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Married</a:t>
            </a:r>
            <a:r>
              <a:rPr lang="en-US" altLang="en-US" sz="1600" b="0">
                <a:solidFill>
                  <a:schemeClr val="bg2"/>
                </a:solidFill>
              </a:rPr>
              <a:t> </a:t>
            </a:r>
          </a:p>
        </p:txBody>
      </p:sp>
      <p:sp>
        <p:nvSpPr>
          <p:cNvPr id="15381" name="Text Box 23">
            <a:extLst>
              <a:ext uri="{FF2B5EF4-FFF2-40B4-BE49-F238E27FC236}">
                <a16:creationId xmlns:a16="http://schemas.microsoft.com/office/drawing/2014/main" xmlns="" id="{FA7D88B2-342B-43B6-B21B-1EDC76898075}"/>
              </a:ext>
            </a:extLst>
          </p:cNvPr>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5382" name="Text Box 24">
            <a:extLst>
              <a:ext uri="{FF2B5EF4-FFF2-40B4-BE49-F238E27FC236}">
                <a16:creationId xmlns:a16="http://schemas.microsoft.com/office/drawing/2014/main" xmlns="" id="{0B10F677-30F4-408E-82D7-9DA7A4F37030}"/>
              </a:ext>
            </a:extLst>
          </p:cNvPr>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5383" name="Text Box 25">
            <a:extLst>
              <a:ext uri="{FF2B5EF4-FFF2-40B4-BE49-F238E27FC236}">
                <a16:creationId xmlns:a16="http://schemas.microsoft.com/office/drawing/2014/main" xmlns="" id="{112A6B55-8DC1-4C86-8E9F-961BA729C5FB}"/>
              </a:ext>
            </a:extLst>
          </p:cNvPr>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graphicFrame>
        <p:nvGraphicFramePr>
          <p:cNvPr id="15384" name="Object 26">
            <a:extLst>
              <a:ext uri="{FF2B5EF4-FFF2-40B4-BE49-F238E27FC236}">
                <a16:creationId xmlns:a16="http://schemas.microsoft.com/office/drawing/2014/main" xmlns="" id="{6CBCE12D-0A7E-461B-BAD9-7D9815A203B9}"/>
              </a:ext>
            </a:extLst>
          </p:cNvPr>
          <p:cNvGraphicFramePr>
            <a:graphicFrameLocks noChangeAspect="1"/>
          </p:cNvGraphicFramePr>
          <p:nvPr/>
        </p:nvGraphicFramePr>
        <p:xfrm>
          <a:off x="4957763" y="1604963"/>
          <a:ext cx="3652837" cy="1117600"/>
        </p:xfrm>
        <a:graphic>
          <a:graphicData uri="http://schemas.openxmlformats.org/presentationml/2006/ole">
            <p:oleObj spid="_x0000_s15462" name="Document" r:id="rId3" imgW="5145790" imgH="1594768" progId="Word.Document.8">
              <p:embed/>
            </p:oleObj>
          </a:graphicData>
        </a:graphic>
      </p:graphicFrame>
      <p:sp>
        <p:nvSpPr>
          <p:cNvPr id="15385" name="Text Box 27">
            <a:extLst>
              <a:ext uri="{FF2B5EF4-FFF2-40B4-BE49-F238E27FC236}">
                <a16:creationId xmlns:a16="http://schemas.microsoft.com/office/drawing/2014/main" xmlns="" id="{2F709821-A106-4BE4-99B7-AE604DE11C4F}"/>
              </a:ext>
            </a:extLst>
          </p:cNvPr>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Test Data</a:t>
            </a:r>
            <a:endParaRPr lang="en-US" altLang="en-US" sz="2000" b="0">
              <a:solidFill>
                <a:schemeClr val="bg2"/>
              </a:solidFill>
            </a:endParaRPr>
          </a:p>
        </p:txBody>
      </p:sp>
      <p:sp>
        <p:nvSpPr>
          <p:cNvPr id="15386" name="Line 28">
            <a:extLst>
              <a:ext uri="{FF2B5EF4-FFF2-40B4-BE49-F238E27FC236}">
                <a16:creationId xmlns:a16="http://schemas.microsoft.com/office/drawing/2014/main" xmlns="" id="{A92EC166-4110-4F14-99E2-A753E9821510}"/>
              </a:ext>
            </a:extLst>
          </p:cNvPr>
          <p:cNvSpPr>
            <a:spLocks noChangeShapeType="1"/>
          </p:cNvSpPr>
          <p:nvPr/>
        </p:nvSpPr>
        <p:spPr bwMode="auto">
          <a:xfrm flipH="1">
            <a:off x="3352800" y="2362200"/>
            <a:ext cx="1600200" cy="457200"/>
          </a:xfrm>
          <a:prstGeom prst="line">
            <a:avLst/>
          </a:prstGeom>
          <a:noFill/>
          <a:ln w="15875">
            <a:solidFill>
              <a:srgbClr val="FF0000"/>
            </a:solidFill>
            <a:prstDash val="dash"/>
            <a:round/>
            <a:headEnd type="triangle" w="med" len="me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5387" name="Text Box 33">
            <a:extLst>
              <a:ext uri="{FF2B5EF4-FFF2-40B4-BE49-F238E27FC236}">
                <a16:creationId xmlns:a16="http://schemas.microsoft.com/office/drawing/2014/main" xmlns="" id="{D80BA117-04E5-4D25-8053-C681B78FA9FC}"/>
              </a:ext>
            </a:extLst>
          </p:cNvPr>
          <p:cNvSpPr txBox="1">
            <a:spLocks noChangeArrowheads="1"/>
          </p:cNvSpPr>
          <p:nvPr/>
        </p:nvSpPr>
        <p:spPr bwMode="auto">
          <a:xfrm>
            <a:off x="1606550" y="2362200"/>
            <a:ext cx="1027113"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2" name="Date Placeholder 1">
            <a:extLst>
              <a:ext uri="{FF2B5EF4-FFF2-40B4-BE49-F238E27FC236}">
                <a16:creationId xmlns:a16="http://schemas.microsoft.com/office/drawing/2014/main" xmlns="" id="{E3E9FD10-0A33-4956-BDBE-AB42698458F6}"/>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B4AAE56F-575B-4B90-8E9A-AFEB91777118}"/>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DD100529-DB81-49F5-90C2-BC901E996A8F}"/>
              </a:ext>
            </a:extLst>
          </p:cNvPr>
          <p:cNvSpPr>
            <a:spLocks noGrp="1"/>
          </p:cNvSpPr>
          <p:nvPr>
            <p:ph type="sldNum" sz="quarter" idx="12"/>
          </p:nvPr>
        </p:nvSpPr>
        <p:spPr/>
        <p:txBody>
          <a:bodyPr/>
          <a:lstStyle/>
          <a:p>
            <a:pPr>
              <a:defRPr/>
            </a:pPr>
            <a:fld id="{FE992193-6115-4B4C-A949-FD144E791A6E}" type="slidenum">
              <a:rPr lang="en-US"/>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xmlns="" id="{54189845-0FAC-4C8A-9572-31A23A8AE50B}"/>
              </a:ext>
            </a:extLst>
          </p:cNvPr>
          <p:cNvSpPr>
            <a:spLocks noGrp="1" noChangeArrowheads="1"/>
          </p:cNvSpPr>
          <p:nvPr>
            <p:ph type="title"/>
          </p:nvPr>
        </p:nvSpPr>
        <p:spPr/>
        <p:txBody>
          <a:bodyPr/>
          <a:lstStyle/>
          <a:p>
            <a:pPr>
              <a:defRPr/>
            </a:pPr>
            <a:r>
              <a:rPr lang="en-US">
                <a:cs typeface="+mj-cs"/>
              </a:rPr>
              <a:t>Apply Model to Test Data</a:t>
            </a:r>
          </a:p>
        </p:txBody>
      </p:sp>
      <p:sp>
        <p:nvSpPr>
          <p:cNvPr id="16386" name="Line 3">
            <a:extLst>
              <a:ext uri="{FF2B5EF4-FFF2-40B4-BE49-F238E27FC236}">
                <a16:creationId xmlns:a16="http://schemas.microsoft.com/office/drawing/2014/main" xmlns="" id="{6654FDA8-72F4-4D9E-B29D-6F727DBFDD1F}"/>
              </a:ext>
            </a:extLst>
          </p:cNvPr>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6387" name="Line 4">
            <a:extLst>
              <a:ext uri="{FF2B5EF4-FFF2-40B4-BE49-F238E27FC236}">
                <a16:creationId xmlns:a16="http://schemas.microsoft.com/office/drawing/2014/main" xmlns="" id="{44368EF9-2C0E-455C-A6F3-CCF0895561E9}"/>
              </a:ext>
            </a:extLst>
          </p:cNvPr>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6388" name="Line 5">
            <a:extLst>
              <a:ext uri="{FF2B5EF4-FFF2-40B4-BE49-F238E27FC236}">
                <a16:creationId xmlns:a16="http://schemas.microsoft.com/office/drawing/2014/main" xmlns="" id="{C631A44B-603B-4521-8C36-20C85C885C88}"/>
              </a:ext>
            </a:extLst>
          </p:cNvPr>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6389" name="Line 6">
            <a:extLst>
              <a:ext uri="{FF2B5EF4-FFF2-40B4-BE49-F238E27FC236}">
                <a16:creationId xmlns:a16="http://schemas.microsoft.com/office/drawing/2014/main" xmlns="" id="{0DAFE3D3-63CA-44B4-AE2B-82F420AA5856}"/>
              </a:ext>
            </a:extLst>
          </p:cNvPr>
          <p:cNvSpPr>
            <a:spLocks noChangeShapeType="1"/>
          </p:cNvSpPr>
          <p:nvPr/>
        </p:nvSpPr>
        <p:spPr bwMode="auto">
          <a:xfrm>
            <a:off x="3695700" y="3576638"/>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6390" name="Line 7">
            <a:extLst>
              <a:ext uri="{FF2B5EF4-FFF2-40B4-BE49-F238E27FC236}">
                <a16:creationId xmlns:a16="http://schemas.microsoft.com/office/drawing/2014/main" xmlns="" id="{3F74804A-7A96-4B96-87E2-09A4D26F66B5}"/>
              </a:ext>
            </a:extLst>
          </p:cNvPr>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6391" name="Line 8">
            <a:extLst>
              <a:ext uri="{FF2B5EF4-FFF2-40B4-BE49-F238E27FC236}">
                <a16:creationId xmlns:a16="http://schemas.microsoft.com/office/drawing/2014/main" xmlns="" id="{AC8075D9-C9A2-48B5-BCB4-2D4791F51F9B}"/>
              </a:ext>
            </a:extLst>
          </p:cNvPr>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6392" name="Text Box 10">
            <a:extLst>
              <a:ext uri="{FF2B5EF4-FFF2-40B4-BE49-F238E27FC236}">
                <a16:creationId xmlns:a16="http://schemas.microsoft.com/office/drawing/2014/main" xmlns="" id="{FAB0D765-6F13-48B0-B577-41CBA0636DE8}"/>
              </a:ext>
            </a:extLst>
          </p:cNvPr>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6393" name="Text Box 11">
            <a:extLst>
              <a:ext uri="{FF2B5EF4-FFF2-40B4-BE49-F238E27FC236}">
                <a16:creationId xmlns:a16="http://schemas.microsoft.com/office/drawing/2014/main" xmlns="" id="{E0C25DCC-6325-43C2-8087-9B8F569C2B49}"/>
              </a:ext>
            </a:extLst>
          </p:cNvPr>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6394" name="AutoShape 12">
            <a:extLst>
              <a:ext uri="{FF2B5EF4-FFF2-40B4-BE49-F238E27FC236}">
                <a16:creationId xmlns:a16="http://schemas.microsoft.com/office/drawing/2014/main" xmlns="" id="{468DE7B0-FDD7-42CC-ADC9-86D382BACEE1}"/>
              </a:ext>
            </a:extLst>
          </p:cNvPr>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6395" name="Text Box 13">
            <a:extLst>
              <a:ext uri="{FF2B5EF4-FFF2-40B4-BE49-F238E27FC236}">
                <a16:creationId xmlns:a16="http://schemas.microsoft.com/office/drawing/2014/main" xmlns="" id="{DABC81D7-2103-4EA9-9306-8BDB3DF0E04A}"/>
              </a:ext>
            </a:extLst>
          </p:cNvPr>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6396" name="AutoShape 14">
            <a:extLst>
              <a:ext uri="{FF2B5EF4-FFF2-40B4-BE49-F238E27FC236}">
                <a16:creationId xmlns:a16="http://schemas.microsoft.com/office/drawing/2014/main" xmlns="" id="{946D1A10-755F-4542-807A-00A40EE7C027}"/>
              </a:ext>
            </a:extLst>
          </p:cNvPr>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6397" name="Text Box 15">
            <a:extLst>
              <a:ext uri="{FF2B5EF4-FFF2-40B4-BE49-F238E27FC236}">
                <a16:creationId xmlns:a16="http://schemas.microsoft.com/office/drawing/2014/main" xmlns="" id="{3070DA6E-BD1C-450C-99ED-2E2433E8F1F4}"/>
              </a:ext>
            </a:extLst>
          </p:cNvPr>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6398" name="AutoShape 16">
            <a:extLst>
              <a:ext uri="{FF2B5EF4-FFF2-40B4-BE49-F238E27FC236}">
                <a16:creationId xmlns:a16="http://schemas.microsoft.com/office/drawing/2014/main" xmlns="" id="{7BA13988-E217-467B-BE7D-6D9BB058EF1C}"/>
              </a:ext>
            </a:extLst>
          </p:cNvPr>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6399" name="Text Box 17">
            <a:extLst>
              <a:ext uri="{FF2B5EF4-FFF2-40B4-BE49-F238E27FC236}">
                <a16:creationId xmlns:a16="http://schemas.microsoft.com/office/drawing/2014/main" xmlns="" id="{88775961-4A12-4FE2-9D8F-C980F1D56036}"/>
              </a:ext>
            </a:extLst>
          </p:cNvPr>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6400" name="AutoShape 18">
            <a:extLst>
              <a:ext uri="{FF2B5EF4-FFF2-40B4-BE49-F238E27FC236}">
                <a16:creationId xmlns:a16="http://schemas.microsoft.com/office/drawing/2014/main" xmlns="" id="{7C14FA3E-B966-49C0-9A59-A3B9258325C7}"/>
              </a:ext>
            </a:extLst>
          </p:cNvPr>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6401" name="Text Box 19">
            <a:extLst>
              <a:ext uri="{FF2B5EF4-FFF2-40B4-BE49-F238E27FC236}">
                <a16:creationId xmlns:a16="http://schemas.microsoft.com/office/drawing/2014/main" xmlns="" id="{FE456DF6-A29A-4A91-9FB7-8154021C4A84}"/>
              </a:ext>
            </a:extLst>
          </p:cNvPr>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6402" name="Text Box 20">
            <a:extLst>
              <a:ext uri="{FF2B5EF4-FFF2-40B4-BE49-F238E27FC236}">
                <a16:creationId xmlns:a16="http://schemas.microsoft.com/office/drawing/2014/main" xmlns="" id="{50D0CB85-8DB9-4236-B5F3-B701D98060AF}"/>
              </a:ext>
            </a:extLst>
          </p:cNvPr>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6403" name="Text Box 21">
            <a:extLst>
              <a:ext uri="{FF2B5EF4-FFF2-40B4-BE49-F238E27FC236}">
                <a16:creationId xmlns:a16="http://schemas.microsoft.com/office/drawing/2014/main" xmlns="" id="{58324734-18CC-406B-B866-BD7576D557FD}"/>
              </a:ext>
            </a:extLst>
          </p:cNvPr>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solidFill>
                  <a:srgbClr val="FF0000"/>
                </a:solidFill>
              </a:rPr>
              <a:t>No</a:t>
            </a:r>
          </a:p>
        </p:txBody>
      </p:sp>
      <p:sp>
        <p:nvSpPr>
          <p:cNvPr id="16404" name="Text Box 22">
            <a:extLst>
              <a:ext uri="{FF2B5EF4-FFF2-40B4-BE49-F238E27FC236}">
                <a16:creationId xmlns:a16="http://schemas.microsoft.com/office/drawing/2014/main" xmlns="" id="{FC071BAD-0D75-4863-8163-D80876FC0589}"/>
              </a:ext>
            </a:extLst>
          </p:cNvPr>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Married</a:t>
            </a:r>
            <a:r>
              <a:rPr lang="en-US" altLang="en-US" sz="1600" b="0">
                <a:solidFill>
                  <a:schemeClr val="bg2"/>
                </a:solidFill>
              </a:rPr>
              <a:t> </a:t>
            </a:r>
          </a:p>
        </p:txBody>
      </p:sp>
      <p:sp>
        <p:nvSpPr>
          <p:cNvPr id="16405" name="Text Box 23">
            <a:extLst>
              <a:ext uri="{FF2B5EF4-FFF2-40B4-BE49-F238E27FC236}">
                <a16:creationId xmlns:a16="http://schemas.microsoft.com/office/drawing/2014/main" xmlns="" id="{0893316C-21F3-4B37-9942-0700AD30CB3A}"/>
              </a:ext>
            </a:extLst>
          </p:cNvPr>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6406" name="Text Box 24">
            <a:extLst>
              <a:ext uri="{FF2B5EF4-FFF2-40B4-BE49-F238E27FC236}">
                <a16:creationId xmlns:a16="http://schemas.microsoft.com/office/drawing/2014/main" xmlns="" id="{0F440198-8C5F-40FD-949F-5DB9B4C78F44}"/>
              </a:ext>
            </a:extLst>
          </p:cNvPr>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6407" name="Text Box 25">
            <a:extLst>
              <a:ext uri="{FF2B5EF4-FFF2-40B4-BE49-F238E27FC236}">
                <a16:creationId xmlns:a16="http://schemas.microsoft.com/office/drawing/2014/main" xmlns="" id="{D3E175E6-83AF-4B08-B14D-6BE5654C3A30}"/>
              </a:ext>
            </a:extLst>
          </p:cNvPr>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graphicFrame>
        <p:nvGraphicFramePr>
          <p:cNvPr id="16408" name="Object 26">
            <a:extLst>
              <a:ext uri="{FF2B5EF4-FFF2-40B4-BE49-F238E27FC236}">
                <a16:creationId xmlns:a16="http://schemas.microsoft.com/office/drawing/2014/main" xmlns="" id="{5AD7F2BF-2DD1-44E8-93CE-3F8CD9A91F78}"/>
              </a:ext>
            </a:extLst>
          </p:cNvPr>
          <p:cNvGraphicFramePr>
            <a:graphicFrameLocks noChangeAspect="1"/>
          </p:cNvGraphicFramePr>
          <p:nvPr/>
        </p:nvGraphicFramePr>
        <p:xfrm>
          <a:off x="4957763" y="1604963"/>
          <a:ext cx="3576637" cy="1117600"/>
        </p:xfrm>
        <a:graphic>
          <a:graphicData uri="http://schemas.openxmlformats.org/presentationml/2006/ole">
            <p:oleObj spid="_x0000_s16486" name="Document" r:id="rId3" imgW="5057766" imgH="1594768" progId="Word.Document.8">
              <p:embed/>
            </p:oleObj>
          </a:graphicData>
        </a:graphic>
      </p:graphicFrame>
      <p:sp>
        <p:nvSpPr>
          <p:cNvPr id="16409" name="Text Box 27">
            <a:extLst>
              <a:ext uri="{FF2B5EF4-FFF2-40B4-BE49-F238E27FC236}">
                <a16:creationId xmlns:a16="http://schemas.microsoft.com/office/drawing/2014/main" xmlns="" id="{5814FC83-E9AA-4A72-923A-B36CA1125595}"/>
              </a:ext>
            </a:extLst>
          </p:cNvPr>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Test Data</a:t>
            </a:r>
            <a:endParaRPr lang="en-US" altLang="en-US" sz="2000" b="0">
              <a:solidFill>
                <a:schemeClr val="bg2"/>
              </a:solidFill>
            </a:endParaRPr>
          </a:p>
        </p:txBody>
      </p:sp>
      <p:sp>
        <p:nvSpPr>
          <p:cNvPr id="16410" name="Line 28">
            <a:extLst>
              <a:ext uri="{FF2B5EF4-FFF2-40B4-BE49-F238E27FC236}">
                <a16:creationId xmlns:a16="http://schemas.microsoft.com/office/drawing/2014/main" xmlns="" id="{9B60F30B-25F0-4E02-9205-9196E72DB7D8}"/>
              </a:ext>
            </a:extLst>
          </p:cNvPr>
          <p:cNvSpPr>
            <a:spLocks noChangeShapeType="1"/>
          </p:cNvSpPr>
          <p:nvPr/>
        </p:nvSpPr>
        <p:spPr bwMode="auto">
          <a:xfrm flipH="1">
            <a:off x="3810000" y="2057400"/>
            <a:ext cx="2057400" cy="12954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411" name="Text Box 29">
            <a:extLst>
              <a:ext uri="{FF2B5EF4-FFF2-40B4-BE49-F238E27FC236}">
                <a16:creationId xmlns:a16="http://schemas.microsoft.com/office/drawing/2014/main" xmlns="" id="{782D7552-4A10-49EF-AA4E-FBC4DEE9A474}"/>
              </a:ext>
            </a:extLst>
          </p:cNvPr>
          <p:cNvSpPr txBox="1">
            <a:spLocks noChangeArrowheads="1"/>
          </p:cNvSpPr>
          <p:nvPr/>
        </p:nvSpPr>
        <p:spPr bwMode="auto">
          <a:xfrm>
            <a:off x="1606550" y="2362200"/>
            <a:ext cx="1027113"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2" name="Date Placeholder 1">
            <a:extLst>
              <a:ext uri="{FF2B5EF4-FFF2-40B4-BE49-F238E27FC236}">
                <a16:creationId xmlns:a16="http://schemas.microsoft.com/office/drawing/2014/main" xmlns="" id="{2F2F8AD1-81E6-466A-A329-F412ABE3CB6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173B1CBD-DABB-4236-9028-F59510458154}"/>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07227FA-A692-4498-876D-E141937DCB39}"/>
              </a:ext>
            </a:extLst>
          </p:cNvPr>
          <p:cNvSpPr>
            <a:spLocks noGrp="1"/>
          </p:cNvSpPr>
          <p:nvPr>
            <p:ph type="sldNum" sz="quarter" idx="12"/>
          </p:nvPr>
        </p:nvSpPr>
        <p:spPr/>
        <p:txBody>
          <a:bodyPr/>
          <a:lstStyle/>
          <a:p>
            <a:pPr>
              <a:defRPr/>
            </a:pPr>
            <a:fld id="{8E680B55-7697-4C7B-89C2-F38D3ACF3205}"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DF913686-F9A1-43CF-971D-57FD40452838}"/>
              </a:ext>
            </a:extLst>
          </p:cNvPr>
          <p:cNvSpPr>
            <a:spLocks noGrp="1" noChangeArrowheads="1"/>
          </p:cNvSpPr>
          <p:nvPr>
            <p:ph type="title"/>
          </p:nvPr>
        </p:nvSpPr>
        <p:spPr/>
        <p:txBody>
          <a:bodyPr/>
          <a:lstStyle/>
          <a:p>
            <a:pPr>
              <a:defRPr/>
            </a:pPr>
            <a:r>
              <a:rPr lang="en-US">
                <a:cs typeface="+mj-cs"/>
              </a:rPr>
              <a:t>Apply Model to Test Data</a:t>
            </a:r>
          </a:p>
        </p:txBody>
      </p:sp>
      <p:sp>
        <p:nvSpPr>
          <p:cNvPr id="17410" name="Line 3">
            <a:extLst>
              <a:ext uri="{FF2B5EF4-FFF2-40B4-BE49-F238E27FC236}">
                <a16:creationId xmlns:a16="http://schemas.microsoft.com/office/drawing/2014/main" xmlns="" id="{A5C44BA8-84B4-4329-B4FC-AA80BBE1D12C}"/>
              </a:ext>
            </a:extLst>
          </p:cNvPr>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11" name="Line 4">
            <a:extLst>
              <a:ext uri="{FF2B5EF4-FFF2-40B4-BE49-F238E27FC236}">
                <a16:creationId xmlns:a16="http://schemas.microsoft.com/office/drawing/2014/main" xmlns="" id="{797895E3-BF9E-446D-9E4F-1641D1CBD5FC}"/>
              </a:ext>
            </a:extLst>
          </p:cNvPr>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12" name="Line 5">
            <a:extLst>
              <a:ext uri="{FF2B5EF4-FFF2-40B4-BE49-F238E27FC236}">
                <a16:creationId xmlns:a16="http://schemas.microsoft.com/office/drawing/2014/main" xmlns="" id="{09581D5C-6807-48B8-AC2F-8E48F06FE3FE}"/>
              </a:ext>
            </a:extLst>
          </p:cNvPr>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13" name="Line 6">
            <a:extLst>
              <a:ext uri="{FF2B5EF4-FFF2-40B4-BE49-F238E27FC236}">
                <a16:creationId xmlns:a16="http://schemas.microsoft.com/office/drawing/2014/main" xmlns="" id="{94B25752-DE6D-4333-B1E8-3A66014C17F4}"/>
              </a:ext>
            </a:extLst>
          </p:cNvPr>
          <p:cNvSpPr>
            <a:spLocks noChangeShapeType="1"/>
          </p:cNvSpPr>
          <p:nvPr/>
        </p:nvSpPr>
        <p:spPr bwMode="auto">
          <a:xfrm>
            <a:off x="3695700" y="3576638"/>
            <a:ext cx="531813" cy="649287"/>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14" name="Line 7">
            <a:extLst>
              <a:ext uri="{FF2B5EF4-FFF2-40B4-BE49-F238E27FC236}">
                <a16:creationId xmlns:a16="http://schemas.microsoft.com/office/drawing/2014/main" xmlns="" id="{2FC40FF1-CE46-4E85-B66E-8F5BD7489EFA}"/>
              </a:ext>
            </a:extLst>
          </p:cNvPr>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15" name="Line 8">
            <a:extLst>
              <a:ext uri="{FF2B5EF4-FFF2-40B4-BE49-F238E27FC236}">
                <a16:creationId xmlns:a16="http://schemas.microsoft.com/office/drawing/2014/main" xmlns="" id="{4E0AC857-653F-4E1C-A81F-4C632F7FE343}"/>
              </a:ext>
            </a:extLst>
          </p:cNvPr>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16" name="Text Box 10">
            <a:extLst>
              <a:ext uri="{FF2B5EF4-FFF2-40B4-BE49-F238E27FC236}">
                <a16:creationId xmlns:a16="http://schemas.microsoft.com/office/drawing/2014/main" xmlns="" id="{31A188CD-F3E0-4270-BBA1-15965EB02823}"/>
              </a:ext>
            </a:extLst>
          </p:cNvPr>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7417" name="Text Box 11">
            <a:extLst>
              <a:ext uri="{FF2B5EF4-FFF2-40B4-BE49-F238E27FC236}">
                <a16:creationId xmlns:a16="http://schemas.microsoft.com/office/drawing/2014/main" xmlns="" id="{B088FB2D-4993-482E-92FF-F12075DE849E}"/>
              </a:ext>
            </a:extLst>
          </p:cNvPr>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7418" name="AutoShape 12">
            <a:extLst>
              <a:ext uri="{FF2B5EF4-FFF2-40B4-BE49-F238E27FC236}">
                <a16:creationId xmlns:a16="http://schemas.microsoft.com/office/drawing/2014/main" xmlns="" id="{1F9C1CC1-F565-4255-996C-D3743FE575DE}"/>
              </a:ext>
            </a:extLst>
          </p:cNvPr>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7419" name="Text Box 13">
            <a:extLst>
              <a:ext uri="{FF2B5EF4-FFF2-40B4-BE49-F238E27FC236}">
                <a16:creationId xmlns:a16="http://schemas.microsoft.com/office/drawing/2014/main" xmlns="" id="{956999A7-BB5C-470C-92AF-D68F15462279}"/>
              </a:ext>
            </a:extLst>
          </p:cNvPr>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7420" name="AutoShape 14">
            <a:extLst>
              <a:ext uri="{FF2B5EF4-FFF2-40B4-BE49-F238E27FC236}">
                <a16:creationId xmlns:a16="http://schemas.microsoft.com/office/drawing/2014/main" xmlns="" id="{1C101A96-F92E-4F68-9D70-DADD2D5D253A}"/>
              </a:ext>
            </a:extLst>
          </p:cNvPr>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7421" name="Text Box 15">
            <a:extLst>
              <a:ext uri="{FF2B5EF4-FFF2-40B4-BE49-F238E27FC236}">
                <a16:creationId xmlns:a16="http://schemas.microsoft.com/office/drawing/2014/main" xmlns="" id="{0376D1BD-C3DD-4253-AEEC-8937457BBB1E}"/>
              </a:ext>
            </a:extLst>
          </p:cNvPr>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7422" name="AutoShape 16">
            <a:extLst>
              <a:ext uri="{FF2B5EF4-FFF2-40B4-BE49-F238E27FC236}">
                <a16:creationId xmlns:a16="http://schemas.microsoft.com/office/drawing/2014/main" xmlns="" id="{B1823FFB-E289-4C8C-901F-55F3978AD9B7}"/>
              </a:ext>
            </a:extLst>
          </p:cNvPr>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7423" name="Text Box 17">
            <a:extLst>
              <a:ext uri="{FF2B5EF4-FFF2-40B4-BE49-F238E27FC236}">
                <a16:creationId xmlns:a16="http://schemas.microsoft.com/office/drawing/2014/main" xmlns="" id="{953DB719-85F0-4BBA-B5BA-5D45B6EBEF9E}"/>
              </a:ext>
            </a:extLst>
          </p:cNvPr>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7424" name="AutoShape 18">
            <a:extLst>
              <a:ext uri="{FF2B5EF4-FFF2-40B4-BE49-F238E27FC236}">
                <a16:creationId xmlns:a16="http://schemas.microsoft.com/office/drawing/2014/main" xmlns="" id="{7837243C-859F-4CB3-9D4A-9F92C678166E}"/>
              </a:ext>
            </a:extLst>
          </p:cNvPr>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7425" name="Text Box 19">
            <a:extLst>
              <a:ext uri="{FF2B5EF4-FFF2-40B4-BE49-F238E27FC236}">
                <a16:creationId xmlns:a16="http://schemas.microsoft.com/office/drawing/2014/main" xmlns="" id="{ED1B0FE0-BC53-4B69-A5F4-50CC2EDB5141}"/>
              </a:ext>
            </a:extLst>
          </p:cNvPr>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7426" name="Text Box 20">
            <a:extLst>
              <a:ext uri="{FF2B5EF4-FFF2-40B4-BE49-F238E27FC236}">
                <a16:creationId xmlns:a16="http://schemas.microsoft.com/office/drawing/2014/main" xmlns="" id="{3B41FB1B-D4C9-4F5D-96D0-968FDC030B33}"/>
              </a:ext>
            </a:extLst>
          </p:cNvPr>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7427" name="Text Box 21">
            <a:extLst>
              <a:ext uri="{FF2B5EF4-FFF2-40B4-BE49-F238E27FC236}">
                <a16:creationId xmlns:a16="http://schemas.microsoft.com/office/drawing/2014/main" xmlns="" id="{CA9CAFDA-E71A-4A2B-B9CD-37E59FFD21AA}"/>
              </a:ext>
            </a:extLst>
          </p:cNvPr>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solidFill>
                  <a:srgbClr val="FF0000"/>
                </a:solidFill>
              </a:rPr>
              <a:t>No</a:t>
            </a:r>
          </a:p>
        </p:txBody>
      </p:sp>
      <p:sp>
        <p:nvSpPr>
          <p:cNvPr id="17428" name="Text Box 22">
            <a:extLst>
              <a:ext uri="{FF2B5EF4-FFF2-40B4-BE49-F238E27FC236}">
                <a16:creationId xmlns:a16="http://schemas.microsoft.com/office/drawing/2014/main" xmlns="" id="{071D0BFD-351B-4C5C-84FD-11F209DC2AE6}"/>
              </a:ext>
            </a:extLst>
          </p:cNvPr>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solidFill>
                  <a:srgbClr val="FF0000"/>
                </a:solidFill>
              </a:rPr>
              <a:t>Married </a:t>
            </a:r>
          </a:p>
        </p:txBody>
      </p:sp>
      <p:sp>
        <p:nvSpPr>
          <p:cNvPr id="17429" name="Text Box 23">
            <a:extLst>
              <a:ext uri="{FF2B5EF4-FFF2-40B4-BE49-F238E27FC236}">
                <a16:creationId xmlns:a16="http://schemas.microsoft.com/office/drawing/2014/main" xmlns="" id="{770EE8FE-0778-4053-9E39-C40CFA0736CA}"/>
              </a:ext>
            </a:extLst>
          </p:cNvPr>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7430" name="Text Box 24">
            <a:extLst>
              <a:ext uri="{FF2B5EF4-FFF2-40B4-BE49-F238E27FC236}">
                <a16:creationId xmlns:a16="http://schemas.microsoft.com/office/drawing/2014/main" xmlns="" id="{D2ABB308-17E1-4414-A45B-197C197ED70B}"/>
              </a:ext>
            </a:extLst>
          </p:cNvPr>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7431" name="Text Box 25">
            <a:extLst>
              <a:ext uri="{FF2B5EF4-FFF2-40B4-BE49-F238E27FC236}">
                <a16:creationId xmlns:a16="http://schemas.microsoft.com/office/drawing/2014/main" xmlns="" id="{1E12C45D-75EC-4B1A-979F-6C12A5CE299F}"/>
              </a:ext>
            </a:extLst>
          </p:cNvPr>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graphicFrame>
        <p:nvGraphicFramePr>
          <p:cNvPr id="17432" name="Object 26">
            <a:extLst>
              <a:ext uri="{FF2B5EF4-FFF2-40B4-BE49-F238E27FC236}">
                <a16:creationId xmlns:a16="http://schemas.microsoft.com/office/drawing/2014/main" xmlns="" id="{E020D34F-E07B-40D6-9CDD-CF254E26446B}"/>
              </a:ext>
            </a:extLst>
          </p:cNvPr>
          <p:cNvGraphicFramePr>
            <a:graphicFrameLocks noChangeAspect="1"/>
          </p:cNvGraphicFramePr>
          <p:nvPr/>
        </p:nvGraphicFramePr>
        <p:xfrm>
          <a:off x="4957763" y="1604963"/>
          <a:ext cx="3719512" cy="1096962"/>
        </p:xfrm>
        <a:graphic>
          <a:graphicData uri="http://schemas.openxmlformats.org/presentationml/2006/ole">
            <p:oleObj spid="_x0000_s17510" name="Document" r:id="rId3" imgW="5272775" imgH="1564535" progId="Word.Document.8">
              <p:embed/>
            </p:oleObj>
          </a:graphicData>
        </a:graphic>
      </p:graphicFrame>
      <p:sp>
        <p:nvSpPr>
          <p:cNvPr id="17433" name="Text Box 27">
            <a:extLst>
              <a:ext uri="{FF2B5EF4-FFF2-40B4-BE49-F238E27FC236}">
                <a16:creationId xmlns:a16="http://schemas.microsoft.com/office/drawing/2014/main" xmlns="" id="{99F29EE8-4751-46EC-8D7E-1F20D651965A}"/>
              </a:ext>
            </a:extLst>
          </p:cNvPr>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Test Data</a:t>
            </a:r>
            <a:endParaRPr lang="en-US" altLang="en-US" sz="2000" b="0">
              <a:solidFill>
                <a:schemeClr val="bg2"/>
              </a:solidFill>
            </a:endParaRPr>
          </a:p>
        </p:txBody>
      </p:sp>
      <p:sp>
        <p:nvSpPr>
          <p:cNvPr id="17434" name="Line 28">
            <a:extLst>
              <a:ext uri="{FF2B5EF4-FFF2-40B4-BE49-F238E27FC236}">
                <a16:creationId xmlns:a16="http://schemas.microsoft.com/office/drawing/2014/main" xmlns="" id="{A44AE565-601F-42D4-8DC6-15A8D7B207AA}"/>
              </a:ext>
            </a:extLst>
          </p:cNvPr>
          <p:cNvSpPr>
            <a:spLocks noChangeShapeType="1"/>
          </p:cNvSpPr>
          <p:nvPr/>
        </p:nvSpPr>
        <p:spPr bwMode="auto">
          <a:xfrm flipH="1">
            <a:off x="4648200" y="2590800"/>
            <a:ext cx="1295400" cy="990600"/>
          </a:xfrm>
          <a:prstGeom prst="line">
            <a:avLst/>
          </a:prstGeom>
          <a:noFill/>
          <a:ln w="15875">
            <a:solidFill>
              <a:srgbClr val="FF0000"/>
            </a:solidFill>
            <a:prstDash val="dash"/>
            <a:round/>
            <a:headEnd type="triangle" w="med" len="me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7435" name="Text Box 29">
            <a:extLst>
              <a:ext uri="{FF2B5EF4-FFF2-40B4-BE49-F238E27FC236}">
                <a16:creationId xmlns:a16="http://schemas.microsoft.com/office/drawing/2014/main" xmlns="" id="{BCB815D9-B2C1-478F-9E33-19EA73F1CA0F}"/>
              </a:ext>
            </a:extLst>
          </p:cNvPr>
          <p:cNvSpPr txBox="1">
            <a:spLocks noChangeArrowheads="1"/>
          </p:cNvSpPr>
          <p:nvPr/>
        </p:nvSpPr>
        <p:spPr bwMode="auto">
          <a:xfrm>
            <a:off x="1606550" y="2362200"/>
            <a:ext cx="1027113"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2" name="Date Placeholder 1">
            <a:extLst>
              <a:ext uri="{FF2B5EF4-FFF2-40B4-BE49-F238E27FC236}">
                <a16:creationId xmlns:a16="http://schemas.microsoft.com/office/drawing/2014/main" xmlns="" id="{A3896F20-2D52-417B-962D-2AF9AB48E454}"/>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ED250F69-DABC-42AD-A475-F05F80743D42}"/>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90D4B7A5-BE48-456C-9BAB-189A8197979C}"/>
              </a:ext>
            </a:extLst>
          </p:cNvPr>
          <p:cNvSpPr>
            <a:spLocks noGrp="1"/>
          </p:cNvSpPr>
          <p:nvPr>
            <p:ph type="sldNum" sz="quarter" idx="12"/>
          </p:nvPr>
        </p:nvSpPr>
        <p:spPr/>
        <p:txBody>
          <a:bodyPr/>
          <a:lstStyle/>
          <a:p>
            <a:pPr>
              <a:defRPr/>
            </a:pPr>
            <a:fld id="{D0051604-57D2-428E-A2A7-786F957DB7C8}"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xmlns="" id="{505C3759-8E76-4AB9-AC94-72D0D840B28F}"/>
              </a:ext>
            </a:extLst>
          </p:cNvPr>
          <p:cNvSpPr>
            <a:spLocks noGrp="1" noChangeArrowheads="1"/>
          </p:cNvSpPr>
          <p:nvPr>
            <p:ph type="title"/>
          </p:nvPr>
        </p:nvSpPr>
        <p:spPr/>
        <p:txBody>
          <a:bodyPr/>
          <a:lstStyle/>
          <a:p>
            <a:pPr>
              <a:defRPr/>
            </a:pPr>
            <a:r>
              <a:rPr lang="en-US">
                <a:cs typeface="+mj-cs"/>
              </a:rPr>
              <a:t>Apply Model to Test Data</a:t>
            </a:r>
          </a:p>
        </p:txBody>
      </p:sp>
      <p:sp>
        <p:nvSpPr>
          <p:cNvPr id="18434" name="Line 3">
            <a:extLst>
              <a:ext uri="{FF2B5EF4-FFF2-40B4-BE49-F238E27FC236}">
                <a16:creationId xmlns:a16="http://schemas.microsoft.com/office/drawing/2014/main" xmlns="" id="{399E9645-00A4-4D7C-B515-111A12ED86B8}"/>
              </a:ext>
            </a:extLst>
          </p:cNvPr>
          <p:cNvSpPr>
            <a:spLocks noChangeShapeType="1"/>
          </p:cNvSpPr>
          <p:nvPr/>
        </p:nvSpPr>
        <p:spPr bwMode="auto">
          <a:xfrm>
            <a:off x="2898775"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435" name="Line 4">
            <a:extLst>
              <a:ext uri="{FF2B5EF4-FFF2-40B4-BE49-F238E27FC236}">
                <a16:creationId xmlns:a16="http://schemas.microsoft.com/office/drawing/2014/main" xmlns="" id="{C7E01FEE-3176-4252-B438-78753CA6BE91}"/>
              </a:ext>
            </a:extLst>
          </p:cNvPr>
          <p:cNvSpPr>
            <a:spLocks noChangeShapeType="1"/>
          </p:cNvSpPr>
          <p:nvPr/>
        </p:nvSpPr>
        <p:spPr bwMode="auto">
          <a:xfrm flipH="1">
            <a:off x="1658938"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436" name="Line 5">
            <a:extLst>
              <a:ext uri="{FF2B5EF4-FFF2-40B4-BE49-F238E27FC236}">
                <a16:creationId xmlns:a16="http://schemas.microsoft.com/office/drawing/2014/main" xmlns="" id="{71C82E23-8BA5-44A8-B2EB-01CCAC0BA5BE}"/>
              </a:ext>
            </a:extLst>
          </p:cNvPr>
          <p:cNvSpPr>
            <a:spLocks noChangeShapeType="1"/>
          </p:cNvSpPr>
          <p:nvPr/>
        </p:nvSpPr>
        <p:spPr bwMode="auto">
          <a:xfrm flipH="1">
            <a:off x="2366963" y="3576638"/>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437" name="Line 6">
            <a:extLst>
              <a:ext uri="{FF2B5EF4-FFF2-40B4-BE49-F238E27FC236}">
                <a16:creationId xmlns:a16="http://schemas.microsoft.com/office/drawing/2014/main" xmlns="" id="{D2D8FE7A-F89D-4917-A3C8-EB087058A11A}"/>
              </a:ext>
            </a:extLst>
          </p:cNvPr>
          <p:cNvSpPr>
            <a:spLocks noChangeShapeType="1"/>
          </p:cNvSpPr>
          <p:nvPr/>
        </p:nvSpPr>
        <p:spPr bwMode="auto">
          <a:xfrm>
            <a:off x="3695700" y="3576638"/>
            <a:ext cx="531813" cy="649287"/>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438" name="Line 7">
            <a:extLst>
              <a:ext uri="{FF2B5EF4-FFF2-40B4-BE49-F238E27FC236}">
                <a16:creationId xmlns:a16="http://schemas.microsoft.com/office/drawing/2014/main" xmlns="" id="{CB301687-71A5-482B-BF68-968E7B8981A4}"/>
              </a:ext>
            </a:extLst>
          </p:cNvPr>
          <p:cNvSpPr>
            <a:spLocks noChangeShapeType="1"/>
          </p:cNvSpPr>
          <p:nvPr/>
        </p:nvSpPr>
        <p:spPr bwMode="auto">
          <a:xfrm>
            <a:off x="2544763" y="2686050"/>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439" name="Line 8">
            <a:extLst>
              <a:ext uri="{FF2B5EF4-FFF2-40B4-BE49-F238E27FC236}">
                <a16:creationId xmlns:a16="http://schemas.microsoft.com/office/drawing/2014/main" xmlns="" id="{ED00308B-5029-45D5-A6C1-95ADCD180013}"/>
              </a:ext>
            </a:extLst>
          </p:cNvPr>
          <p:cNvSpPr>
            <a:spLocks noChangeShapeType="1"/>
          </p:cNvSpPr>
          <p:nvPr/>
        </p:nvSpPr>
        <p:spPr bwMode="auto">
          <a:xfrm flipH="1">
            <a:off x="1039813" y="2686050"/>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440" name="Text Box 10">
            <a:extLst>
              <a:ext uri="{FF2B5EF4-FFF2-40B4-BE49-F238E27FC236}">
                <a16:creationId xmlns:a16="http://schemas.microsoft.com/office/drawing/2014/main" xmlns="" id="{04C790B7-6159-47D9-956D-24FBD8D5B978}"/>
              </a:ext>
            </a:extLst>
          </p:cNvPr>
          <p:cNvSpPr txBox="1">
            <a:spLocks noChangeArrowheads="1"/>
          </p:cNvSpPr>
          <p:nvPr/>
        </p:nvSpPr>
        <p:spPr bwMode="auto">
          <a:xfrm>
            <a:off x="2720975" y="3254375"/>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8441" name="Text Box 11">
            <a:extLst>
              <a:ext uri="{FF2B5EF4-FFF2-40B4-BE49-F238E27FC236}">
                <a16:creationId xmlns:a16="http://schemas.microsoft.com/office/drawing/2014/main" xmlns="" id="{E1CD48A7-0889-4527-8882-82C342A890DF}"/>
              </a:ext>
            </a:extLst>
          </p:cNvPr>
          <p:cNvSpPr txBox="1">
            <a:spLocks noChangeArrowheads="1"/>
          </p:cNvSpPr>
          <p:nvPr/>
        </p:nvSpPr>
        <p:spPr bwMode="auto">
          <a:xfrm>
            <a:off x="1925638"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8442" name="AutoShape 12">
            <a:extLst>
              <a:ext uri="{FF2B5EF4-FFF2-40B4-BE49-F238E27FC236}">
                <a16:creationId xmlns:a16="http://schemas.microsoft.com/office/drawing/2014/main" xmlns="" id="{7B042607-BD97-4D38-AC64-720FAD0A9170}"/>
              </a:ext>
            </a:extLst>
          </p:cNvPr>
          <p:cNvSpPr>
            <a:spLocks noChangeArrowheads="1"/>
          </p:cNvSpPr>
          <p:nvPr/>
        </p:nvSpPr>
        <p:spPr bwMode="auto">
          <a:xfrm>
            <a:off x="2941638" y="5194300"/>
            <a:ext cx="688975" cy="449263"/>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8443" name="Text Box 13">
            <a:extLst>
              <a:ext uri="{FF2B5EF4-FFF2-40B4-BE49-F238E27FC236}">
                <a16:creationId xmlns:a16="http://schemas.microsoft.com/office/drawing/2014/main" xmlns="" id="{042CF95A-82ED-4DCE-BB58-65892E88B81B}"/>
              </a:ext>
            </a:extLst>
          </p:cNvPr>
          <p:cNvSpPr txBox="1">
            <a:spLocks noChangeArrowheads="1"/>
          </p:cNvSpPr>
          <p:nvPr/>
        </p:nvSpPr>
        <p:spPr bwMode="auto">
          <a:xfrm>
            <a:off x="2859088" y="5194300"/>
            <a:ext cx="75088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8444" name="AutoShape 14">
            <a:extLst>
              <a:ext uri="{FF2B5EF4-FFF2-40B4-BE49-F238E27FC236}">
                <a16:creationId xmlns:a16="http://schemas.microsoft.com/office/drawing/2014/main" xmlns="" id="{51C8C9CC-D1E7-4DC0-B900-B5BD33B2E78B}"/>
              </a:ext>
            </a:extLst>
          </p:cNvPr>
          <p:cNvSpPr>
            <a:spLocks noChangeArrowheads="1"/>
          </p:cNvSpPr>
          <p:nvPr/>
        </p:nvSpPr>
        <p:spPr bwMode="auto">
          <a:xfrm>
            <a:off x="1304925" y="5214938"/>
            <a:ext cx="717550" cy="44608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8445" name="Text Box 15">
            <a:extLst>
              <a:ext uri="{FF2B5EF4-FFF2-40B4-BE49-F238E27FC236}">
                <a16:creationId xmlns:a16="http://schemas.microsoft.com/office/drawing/2014/main" xmlns="" id="{E358D76E-CD35-4981-BBB2-B927D44D1DE9}"/>
              </a:ext>
            </a:extLst>
          </p:cNvPr>
          <p:cNvSpPr txBox="1">
            <a:spLocks noChangeArrowheads="1"/>
          </p:cNvSpPr>
          <p:nvPr/>
        </p:nvSpPr>
        <p:spPr bwMode="auto">
          <a:xfrm>
            <a:off x="1435100" y="51974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8446" name="AutoShape 16">
            <a:extLst>
              <a:ext uri="{FF2B5EF4-FFF2-40B4-BE49-F238E27FC236}">
                <a16:creationId xmlns:a16="http://schemas.microsoft.com/office/drawing/2014/main" xmlns="" id="{0EBBB9E0-0579-4083-BDC3-0ABEA6A5565F}"/>
              </a:ext>
            </a:extLst>
          </p:cNvPr>
          <p:cNvSpPr>
            <a:spLocks noChangeArrowheads="1"/>
          </p:cNvSpPr>
          <p:nvPr/>
        </p:nvSpPr>
        <p:spPr bwMode="auto">
          <a:xfrm>
            <a:off x="685800" y="3271838"/>
            <a:ext cx="752475" cy="427037"/>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8447" name="Text Box 17">
            <a:extLst>
              <a:ext uri="{FF2B5EF4-FFF2-40B4-BE49-F238E27FC236}">
                <a16:creationId xmlns:a16="http://schemas.microsoft.com/office/drawing/2014/main" xmlns="" id="{DF7435AE-F972-41DA-8230-09E7AE62C710}"/>
              </a:ext>
            </a:extLst>
          </p:cNvPr>
          <p:cNvSpPr txBox="1">
            <a:spLocks noChangeArrowheads="1"/>
          </p:cNvSpPr>
          <p:nvPr/>
        </p:nvSpPr>
        <p:spPr bwMode="auto">
          <a:xfrm>
            <a:off x="814388" y="3254375"/>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sp>
        <p:nvSpPr>
          <p:cNvPr id="18448" name="AutoShape 18">
            <a:extLst>
              <a:ext uri="{FF2B5EF4-FFF2-40B4-BE49-F238E27FC236}">
                <a16:creationId xmlns:a16="http://schemas.microsoft.com/office/drawing/2014/main" xmlns="" id="{54DC5B1A-1D8C-42A1-BEA2-82FB2892AA22}"/>
              </a:ext>
            </a:extLst>
          </p:cNvPr>
          <p:cNvSpPr>
            <a:spLocks noChangeArrowheads="1"/>
          </p:cNvSpPr>
          <p:nvPr/>
        </p:nvSpPr>
        <p:spPr bwMode="auto">
          <a:xfrm>
            <a:off x="3860800" y="4259263"/>
            <a:ext cx="752475" cy="466725"/>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8449" name="Text Box 19">
            <a:extLst>
              <a:ext uri="{FF2B5EF4-FFF2-40B4-BE49-F238E27FC236}">
                <a16:creationId xmlns:a16="http://schemas.microsoft.com/office/drawing/2014/main" xmlns="" id="{2446B3D7-94C1-4A2D-BEB4-53AA4CCC9DAC}"/>
              </a:ext>
            </a:extLst>
          </p:cNvPr>
          <p:cNvSpPr txBox="1">
            <a:spLocks noChangeArrowheads="1"/>
          </p:cNvSpPr>
          <p:nvPr/>
        </p:nvSpPr>
        <p:spPr bwMode="auto">
          <a:xfrm>
            <a:off x="3968750" y="4259263"/>
            <a:ext cx="4905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8450" name="Text Box 20">
            <a:extLst>
              <a:ext uri="{FF2B5EF4-FFF2-40B4-BE49-F238E27FC236}">
                <a16:creationId xmlns:a16="http://schemas.microsoft.com/office/drawing/2014/main" xmlns="" id="{C9F0E219-2699-4F54-90F2-790CA879E27E}"/>
              </a:ext>
            </a:extLst>
          </p:cNvPr>
          <p:cNvSpPr txBox="1">
            <a:spLocks noChangeArrowheads="1"/>
          </p:cNvSpPr>
          <p:nvPr/>
        </p:nvSpPr>
        <p:spPr bwMode="auto">
          <a:xfrm>
            <a:off x="860425" y="26860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8451" name="Text Box 21">
            <a:extLst>
              <a:ext uri="{FF2B5EF4-FFF2-40B4-BE49-F238E27FC236}">
                <a16:creationId xmlns:a16="http://schemas.microsoft.com/office/drawing/2014/main" xmlns="" id="{0AA7AFE8-9E06-4ACA-9B00-45165F13F102}"/>
              </a:ext>
            </a:extLst>
          </p:cNvPr>
          <p:cNvSpPr txBox="1">
            <a:spLocks noChangeArrowheads="1"/>
          </p:cNvSpPr>
          <p:nvPr/>
        </p:nvSpPr>
        <p:spPr bwMode="auto">
          <a:xfrm>
            <a:off x="2897188" y="2686050"/>
            <a:ext cx="442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solidFill>
                  <a:srgbClr val="FF0000"/>
                </a:solidFill>
              </a:rPr>
              <a:t>No</a:t>
            </a:r>
          </a:p>
        </p:txBody>
      </p:sp>
      <p:sp>
        <p:nvSpPr>
          <p:cNvPr id="18452" name="Text Box 22">
            <a:extLst>
              <a:ext uri="{FF2B5EF4-FFF2-40B4-BE49-F238E27FC236}">
                <a16:creationId xmlns:a16="http://schemas.microsoft.com/office/drawing/2014/main" xmlns="" id="{D476EC57-B797-4925-B872-F2D238CF4C68}"/>
              </a:ext>
            </a:extLst>
          </p:cNvPr>
          <p:cNvSpPr txBox="1">
            <a:spLocks noChangeArrowheads="1"/>
          </p:cNvSpPr>
          <p:nvPr/>
        </p:nvSpPr>
        <p:spPr bwMode="auto">
          <a:xfrm>
            <a:off x="4022725" y="3624263"/>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solidFill>
                  <a:srgbClr val="FF0000"/>
                </a:solidFill>
              </a:rPr>
              <a:t>Married </a:t>
            </a:r>
          </a:p>
        </p:txBody>
      </p:sp>
      <p:sp>
        <p:nvSpPr>
          <p:cNvPr id="18453" name="Text Box 23">
            <a:extLst>
              <a:ext uri="{FF2B5EF4-FFF2-40B4-BE49-F238E27FC236}">
                <a16:creationId xmlns:a16="http://schemas.microsoft.com/office/drawing/2014/main" xmlns="" id="{F80673C3-33A9-402B-99BC-8590762BDAEC}"/>
              </a:ext>
            </a:extLst>
          </p:cNvPr>
          <p:cNvSpPr txBox="1">
            <a:spLocks noChangeArrowheads="1"/>
          </p:cNvSpPr>
          <p:nvPr/>
        </p:nvSpPr>
        <p:spPr bwMode="auto">
          <a:xfrm>
            <a:off x="1662113" y="3659188"/>
            <a:ext cx="1660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8454" name="Text Box 24">
            <a:extLst>
              <a:ext uri="{FF2B5EF4-FFF2-40B4-BE49-F238E27FC236}">
                <a16:creationId xmlns:a16="http://schemas.microsoft.com/office/drawing/2014/main" xmlns="" id="{91118D36-64EA-4224-9A3A-FE735EB426F5}"/>
              </a:ext>
            </a:extLst>
          </p:cNvPr>
          <p:cNvSpPr txBox="1">
            <a:spLocks noChangeArrowheads="1"/>
          </p:cNvSpPr>
          <p:nvPr/>
        </p:nvSpPr>
        <p:spPr bwMode="auto">
          <a:xfrm>
            <a:off x="1155700"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8455" name="Text Box 25">
            <a:extLst>
              <a:ext uri="{FF2B5EF4-FFF2-40B4-BE49-F238E27FC236}">
                <a16:creationId xmlns:a16="http://schemas.microsoft.com/office/drawing/2014/main" xmlns="" id="{A93F7C38-7B33-469E-BFF9-7B31347CA5FC}"/>
              </a:ext>
            </a:extLst>
          </p:cNvPr>
          <p:cNvSpPr txBox="1">
            <a:spLocks noChangeArrowheads="1"/>
          </p:cNvSpPr>
          <p:nvPr/>
        </p:nvSpPr>
        <p:spPr bwMode="auto">
          <a:xfrm>
            <a:off x="3101975" y="4630738"/>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graphicFrame>
        <p:nvGraphicFramePr>
          <p:cNvPr id="18456" name="Object 26">
            <a:extLst>
              <a:ext uri="{FF2B5EF4-FFF2-40B4-BE49-F238E27FC236}">
                <a16:creationId xmlns:a16="http://schemas.microsoft.com/office/drawing/2014/main" xmlns="" id="{D0CA5208-FBE8-4E4B-A361-169649B9B65C}"/>
              </a:ext>
            </a:extLst>
          </p:cNvPr>
          <p:cNvGraphicFramePr>
            <a:graphicFrameLocks noChangeAspect="1"/>
          </p:cNvGraphicFramePr>
          <p:nvPr/>
        </p:nvGraphicFramePr>
        <p:xfrm>
          <a:off x="4957763" y="1604963"/>
          <a:ext cx="3657600" cy="1108075"/>
        </p:xfrm>
        <a:graphic>
          <a:graphicData uri="http://schemas.openxmlformats.org/presentationml/2006/ole">
            <p:oleObj spid="_x0000_s18535" name="Document" r:id="rId3" imgW="5164549" imgH="1564535" progId="Word.Document.8">
              <p:embed/>
            </p:oleObj>
          </a:graphicData>
        </a:graphic>
      </p:graphicFrame>
      <p:sp>
        <p:nvSpPr>
          <p:cNvPr id="18457" name="Text Box 27">
            <a:extLst>
              <a:ext uri="{FF2B5EF4-FFF2-40B4-BE49-F238E27FC236}">
                <a16:creationId xmlns:a16="http://schemas.microsoft.com/office/drawing/2014/main" xmlns="" id="{76816771-711F-4BC4-918C-2184680F5A65}"/>
              </a:ext>
            </a:extLst>
          </p:cNvPr>
          <p:cNvSpPr txBox="1">
            <a:spLocks noChangeArrowheads="1"/>
          </p:cNvSpPr>
          <p:nvPr/>
        </p:nvSpPr>
        <p:spPr bwMode="auto">
          <a:xfrm>
            <a:off x="4800600" y="114300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20000"/>
              </a:spcBef>
              <a:spcAft>
                <a:spcPct val="0"/>
              </a:spcAft>
              <a:buClr>
                <a:schemeClr val="accent2"/>
              </a:buClr>
              <a:buFont typeface="Monotype Sorts" pitchFamily="-84" charset="2"/>
              <a:buNone/>
            </a:pPr>
            <a:r>
              <a:rPr lang="en-US" altLang="en-US" sz="2000">
                <a:solidFill>
                  <a:schemeClr val="tx2"/>
                </a:solidFill>
              </a:rPr>
              <a:t>Test Data</a:t>
            </a:r>
            <a:endParaRPr lang="en-US" altLang="en-US" sz="2000" b="0">
              <a:solidFill>
                <a:schemeClr val="bg2"/>
              </a:solidFill>
            </a:endParaRPr>
          </a:p>
        </p:txBody>
      </p:sp>
      <p:sp>
        <p:nvSpPr>
          <p:cNvPr id="18458" name="Line 28">
            <a:extLst>
              <a:ext uri="{FF2B5EF4-FFF2-40B4-BE49-F238E27FC236}">
                <a16:creationId xmlns:a16="http://schemas.microsoft.com/office/drawing/2014/main" xmlns="" id="{F25AA361-4357-47CF-BE8B-B1EEC10BD516}"/>
              </a:ext>
            </a:extLst>
          </p:cNvPr>
          <p:cNvSpPr>
            <a:spLocks noChangeShapeType="1"/>
          </p:cNvSpPr>
          <p:nvPr/>
        </p:nvSpPr>
        <p:spPr bwMode="auto">
          <a:xfrm flipH="1">
            <a:off x="4495800" y="2590800"/>
            <a:ext cx="3124200" cy="18288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459" name="Text Box 29">
            <a:extLst>
              <a:ext uri="{FF2B5EF4-FFF2-40B4-BE49-F238E27FC236}">
                <a16:creationId xmlns:a16="http://schemas.microsoft.com/office/drawing/2014/main" xmlns="" id="{4AEE59DA-1B0D-4F50-8002-E0118DEEC34F}"/>
              </a:ext>
            </a:extLst>
          </p:cNvPr>
          <p:cNvSpPr txBox="1">
            <a:spLocks noChangeArrowheads="1"/>
          </p:cNvSpPr>
          <p:nvPr/>
        </p:nvSpPr>
        <p:spPr bwMode="auto">
          <a:xfrm>
            <a:off x="6019800" y="3581400"/>
            <a:ext cx="2667000"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80000"/>
              </a:lnSpc>
              <a:spcBef>
                <a:spcPct val="20000"/>
              </a:spcBef>
              <a:spcAft>
                <a:spcPct val="0"/>
              </a:spcAft>
              <a:buClr>
                <a:schemeClr val="accent2"/>
              </a:buClr>
              <a:buFont typeface="Monotype Sorts" pitchFamily="-84" charset="2"/>
              <a:buNone/>
            </a:pPr>
            <a:r>
              <a:rPr lang="en-US" altLang="en-US" sz="2000" b="0"/>
              <a:t>Assign Defaulted to “No”</a:t>
            </a:r>
          </a:p>
        </p:txBody>
      </p:sp>
      <p:sp>
        <p:nvSpPr>
          <p:cNvPr id="18460" name="Text Box 30">
            <a:extLst>
              <a:ext uri="{FF2B5EF4-FFF2-40B4-BE49-F238E27FC236}">
                <a16:creationId xmlns:a16="http://schemas.microsoft.com/office/drawing/2014/main" xmlns="" id="{E907DFBA-BB46-4A6E-A242-2552E64E3222}"/>
              </a:ext>
            </a:extLst>
          </p:cNvPr>
          <p:cNvSpPr txBox="1">
            <a:spLocks noChangeArrowheads="1"/>
          </p:cNvSpPr>
          <p:nvPr/>
        </p:nvSpPr>
        <p:spPr bwMode="auto">
          <a:xfrm>
            <a:off x="1606550" y="2362200"/>
            <a:ext cx="1027113"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2" name="Date Placeholder 1">
            <a:extLst>
              <a:ext uri="{FF2B5EF4-FFF2-40B4-BE49-F238E27FC236}">
                <a16:creationId xmlns:a16="http://schemas.microsoft.com/office/drawing/2014/main" xmlns="" id="{9D2D87E7-DF44-467E-B58D-798AAF2680DB}"/>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5D6333F7-16EE-41B7-9E81-67BCD0E6390B}"/>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3A5C2A98-03E9-466F-B5F5-FA160B54BBE9}"/>
              </a:ext>
            </a:extLst>
          </p:cNvPr>
          <p:cNvSpPr>
            <a:spLocks noGrp="1"/>
          </p:cNvSpPr>
          <p:nvPr>
            <p:ph type="sldNum" sz="quarter" idx="12"/>
          </p:nvPr>
        </p:nvSpPr>
        <p:spPr/>
        <p:txBody>
          <a:bodyPr/>
          <a:lstStyle/>
          <a:p>
            <a:pPr>
              <a:defRPr/>
            </a:pPr>
            <a:fld id="{1872E9FB-D088-443F-98CA-C22614E314EC}"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xmlns="" id="{E6775EFC-9B78-48C6-9E06-1AE8818929D1}"/>
              </a:ext>
            </a:extLst>
          </p:cNvPr>
          <p:cNvSpPr>
            <a:spLocks noGrp="1" noChangeArrowheads="1"/>
          </p:cNvSpPr>
          <p:nvPr>
            <p:ph type="title"/>
          </p:nvPr>
        </p:nvSpPr>
        <p:spPr/>
        <p:txBody>
          <a:bodyPr/>
          <a:lstStyle/>
          <a:p>
            <a:pPr>
              <a:defRPr/>
            </a:pPr>
            <a:r>
              <a:rPr lang="en-US">
                <a:cs typeface="+mj-cs"/>
              </a:rPr>
              <a:t>Another Example of Decision Tree</a:t>
            </a:r>
          </a:p>
        </p:txBody>
      </p:sp>
      <p:sp>
        <p:nvSpPr>
          <p:cNvPr id="12290" name="Text Box 4">
            <a:extLst>
              <a:ext uri="{FF2B5EF4-FFF2-40B4-BE49-F238E27FC236}">
                <a16:creationId xmlns:a16="http://schemas.microsoft.com/office/drawing/2014/main" xmlns="" id="{61460E62-9DF8-4292-83FD-0B49A341C8D6}"/>
              </a:ext>
            </a:extLst>
          </p:cNvPr>
          <p:cNvSpPr txBox="1">
            <a:spLocks noChangeArrowheads="1"/>
          </p:cNvSpPr>
          <p:nvPr/>
        </p:nvSpPr>
        <p:spPr bwMode="auto">
          <a:xfrm rot="-2416809">
            <a:off x="990600" y="1447800"/>
            <a:ext cx="12573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categorical</a:t>
            </a:r>
            <a:endParaRPr lang="en-US" altLang="en-US" sz="1600">
              <a:solidFill>
                <a:schemeClr val="bg2"/>
              </a:solidFill>
            </a:endParaRPr>
          </a:p>
        </p:txBody>
      </p:sp>
      <p:sp>
        <p:nvSpPr>
          <p:cNvPr id="12291" name="Text Box 5">
            <a:extLst>
              <a:ext uri="{FF2B5EF4-FFF2-40B4-BE49-F238E27FC236}">
                <a16:creationId xmlns:a16="http://schemas.microsoft.com/office/drawing/2014/main" xmlns="" id="{52461AE5-2569-405A-8299-7732622FAC8D}"/>
              </a:ext>
            </a:extLst>
          </p:cNvPr>
          <p:cNvSpPr txBox="1">
            <a:spLocks noChangeArrowheads="1"/>
          </p:cNvSpPr>
          <p:nvPr/>
        </p:nvSpPr>
        <p:spPr bwMode="auto">
          <a:xfrm rot="-2416809">
            <a:off x="1676400" y="1447800"/>
            <a:ext cx="12573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categorical</a:t>
            </a:r>
            <a:endParaRPr lang="en-US" altLang="en-US" sz="1600">
              <a:solidFill>
                <a:schemeClr val="bg2"/>
              </a:solidFill>
            </a:endParaRPr>
          </a:p>
        </p:txBody>
      </p:sp>
      <p:sp>
        <p:nvSpPr>
          <p:cNvPr id="12292" name="Text Box 6">
            <a:extLst>
              <a:ext uri="{FF2B5EF4-FFF2-40B4-BE49-F238E27FC236}">
                <a16:creationId xmlns:a16="http://schemas.microsoft.com/office/drawing/2014/main" xmlns="" id="{4A2C7CB3-81AE-4B48-A56C-353E945F2E86}"/>
              </a:ext>
            </a:extLst>
          </p:cNvPr>
          <p:cNvSpPr txBox="1">
            <a:spLocks noChangeArrowheads="1"/>
          </p:cNvSpPr>
          <p:nvPr/>
        </p:nvSpPr>
        <p:spPr bwMode="auto">
          <a:xfrm rot="-2416809">
            <a:off x="2514600" y="1447800"/>
            <a:ext cx="12779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continuous</a:t>
            </a:r>
            <a:endParaRPr lang="en-US" altLang="en-US" sz="1600">
              <a:solidFill>
                <a:schemeClr val="bg2"/>
              </a:solidFill>
            </a:endParaRPr>
          </a:p>
        </p:txBody>
      </p:sp>
      <p:sp>
        <p:nvSpPr>
          <p:cNvPr id="12293" name="Text Box 7">
            <a:extLst>
              <a:ext uri="{FF2B5EF4-FFF2-40B4-BE49-F238E27FC236}">
                <a16:creationId xmlns:a16="http://schemas.microsoft.com/office/drawing/2014/main" xmlns="" id="{1352E2CD-3B44-44A2-B75E-69FC2314EA49}"/>
              </a:ext>
            </a:extLst>
          </p:cNvPr>
          <p:cNvSpPr txBox="1">
            <a:spLocks noChangeArrowheads="1"/>
          </p:cNvSpPr>
          <p:nvPr/>
        </p:nvSpPr>
        <p:spPr bwMode="auto">
          <a:xfrm rot="-2416809">
            <a:off x="3276600" y="1600200"/>
            <a:ext cx="6921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006600"/>
                </a:solidFill>
              </a:rPr>
              <a:t>class</a:t>
            </a:r>
            <a:endParaRPr lang="en-US" altLang="en-US" sz="1600">
              <a:solidFill>
                <a:schemeClr val="bg2"/>
              </a:solidFill>
            </a:endParaRPr>
          </a:p>
        </p:txBody>
      </p:sp>
      <p:sp>
        <p:nvSpPr>
          <p:cNvPr id="12294" name="Line 8">
            <a:extLst>
              <a:ext uri="{FF2B5EF4-FFF2-40B4-BE49-F238E27FC236}">
                <a16:creationId xmlns:a16="http://schemas.microsoft.com/office/drawing/2014/main" xmlns="" id="{6698DAD6-3D77-467B-9B25-8C319A0B0657}"/>
              </a:ext>
            </a:extLst>
          </p:cNvPr>
          <p:cNvSpPr>
            <a:spLocks noChangeShapeType="1"/>
          </p:cNvSpPr>
          <p:nvPr/>
        </p:nvSpPr>
        <p:spPr bwMode="auto">
          <a:xfrm>
            <a:off x="8005763" y="3497263"/>
            <a:ext cx="242887"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295" name="Line 9">
            <a:extLst>
              <a:ext uri="{FF2B5EF4-FFF2-40B4-BE49-F238E27FC236}">
                <a16:creationId xmlns:a16="http://schemas.microsoft.com/office/drawing/2014/main" xmlns="" id="{4BE82DD1-A94F-4E25-92A5-6965E39D2E70}"/>
              </a:ext>
            </a:extLst>
          </p:cNvPr>
          <p:cNvSpPr>
            <a:spLocks noChangeShapeType="1"/>
          </p:cNvSpPr>
          <p:nvPr/>
        </p:nvSpPr>
        <p:spPr bwMode="auto">
          <a:xfrm flipH="1">
            <a:off x="6875463" y="3497263"/>
            <a:ext cx="323850"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296" name="Line 10">
            <a:extLst>
              <a:ext uri="{FF2B5EF4-FFF2-40B4-BE49-F238E27FC236}">
                <a16:creationId xmlns:a16="http://schemas.microsoft.com/office/drawing/2014/main" xmlns="" id="{B909B3E2-F753-48A3-ABCD-2CA9A2933AF1}"/>
              </a:ext>
            </a:extLst>
          </p:cNvPr>
          <p:cNvSpPr>
            <a:spLocks noChangeShapeType="1"/>
          </p:cNvSpPr>
          <p:nvPr/>
        </p:nvSpPr>
        <p:spPr bwMode="auto">
          <a:xfrm flipH="1">
            <a:off x="5881688" y="2733675"/>
            <a:ext cx="403225"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297" name="Line 11">
            <a:extLst>
              <a:ext uri="{FF2B5EF4-FFF2-40B4-BE49-F238E27FC236}">
                <a16:creationId xmlns:a16="http://schemas.microsoft.com/office/drawing/2014/main" xmlns="" id="{0DEFA638-F2F5-4DA8-89DA-01B1BDEACFF7}"/>
              </a:ext>
            </a:extLst>
          </p:cNvPr>
          <p:cNvSpPr>
            <a:spLocks noChangeShapeType="1"/>
          </p:cNvSpPr>
          <p:nvPr/>
        </p:nvSpPr>
        <p:spPr bwMode="auto">
          <a:xfrm>
            <a:off x="7092950" y="2733675"/>
            <a:ext cx="484188"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298" name="Line 12">
            <a:extLst>
              <a:ext uri="{FF2B5EF4-FFF2-40B4-BE49-F238E27FC236}">
                <a16:creationId xmlns:a16="http://schemas.microsoft.com/office/drawing/2014/main" xmlns="" id="{44CFBC32-A04C-440D-AC60-3ACF98117C59}"/>
              </a:ext>
            </a:extLst>
          </p:cNvPr>
          <p:cNvSpPr>
            <a:spLocks noChangeShapeType="1"/>
          </p:cNvSpPr>
          <p:nvPr/>
        </p:nvSpPr>
        <p:spPr bwMode="auto">
          <a:xfrm>
            <a:off x="6043613" y="20066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299" name="Line 13">
            <a:extLst>
              <a:ext uri="{FF2B5EF4-FFF2-40B4-BE49-F238E27FC236}">
                <a16:creationId xmlns:a16="http://schemas.microsoft.com/office/drawing/2014/main" xmlns="" id="{4A84FDFF-8D34-45A9-BBF8-3DF8508B982F}"/>
              </a:ext>
            </a:extLst>
          </p:cNvPr>
          <p:cNvSpPr>
            <a:spLocks noChangeShapeType="1"/>
          </p:cNvSpPr>
          <p:nvPr/>
        </p:nvSpPr>
        <p:spPr bwMode="auto">
          <a:xfrm flipH="1">
            <a:off x="4670425" y="20066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2300" name="Text Box 14">
            <a:extLst>
              <a:ext uri="{FF2B5EF4-FFF2-40B4-BE49-F238E27FC236}">
                <a16:creationId xmlns:a16="http://schemas.microsoft.com/office/drawing/2014/main" xmlns="" id="{FA7BE591-E656-46A7-AB21-D8336C06932D}"/>
              </a:ext>
            </a:extLst>
          </p:cNvPr>
          <p:cNvSpPr txBox="1">
            <a:spLocks noChangeArrowheads="1"/>
          </p:cNvSpPr>
          <p:nvPr/>
        </p:nvSpPr>
        <p:spPr bwMode="auto">
          <a:xfrm>
            <a:off x="5187950" y="1743075"/>
            <a:ext cx="93662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MarSt</a:t>
            </a:r>
            <a:endParaRPr lang="en-US" altLang="en-US" sz="1600" b="0">
              <a:solidFill>
                <a:schemeClr val="bg2"/>
              </a:solidFill>
            </a:endParaRPr>
          </a:p>
        </p:txBody>
      </p:sp>
      <p:sp>
        <p:nvSpPr>
          <p:cNvPr id="12301" name="Text Box 15">
            <a:extLst>
              <a:ext uri="{FF2B5EF4-FFF2-40B4-BE49-F238E27FC236}">
                <a16:creationId xmlns:a16="http://schemas.microsoft.com/office/drawing/2014/main" xmlns="" id="{0351834D-3E07-4EBA-B7BC-8AD514D0BFB7}"/>
              </a:ext>
            </a:extLst>
          </p:cNvPr>
          <p:cNvSpPr txBox="1">
            <a:spLocks noChangeArrowheads="1"/>
          </p:cNvSpPr>
          <p:nvPr/>
        </p:nvSpPr>
        <p:spPr bwMode="auto">
          <a:xfrm>
            <a:off x="6203950" y="2470150"/>
            <a:ext cx="935038" cy="593725"/>
          </a:xfrm>
          <a:prstGeom prst="rect">
            <a:avLst/>
          </a:prstGeom>
          <a:solidFill>
            <a:srgbClr val="FFFF00"/>
          </a:solidFill>
          <a:ln w="12700">
            <a:solidFill>
              <a:srgbClr val="0000FF"/>
            </a:solidFill>
            <a:miter lim="800000"/>
            <a:headEnd/>
            <a:tailEnd/>
          </a:ln>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Home Owner</a:t>
            </a:r>
            <a:endParaRPr lang="en-US" altLang="en-US" sz="1600" b="0">
              <a:solidFill>
                <a:schemeClr val="bg2"/>
              </a:solidFill>
            </a:endParaRPr>
          </a:p>
        </p:txBody>
      </p:sp>
      <p:sp>
        <p:nvSpPr>
          <p:cNvPr id="12302" name="Text Box 16">
            <a:extLst>
              <a:ext uri="{FF2B5EF4-FFF2-40B4-BE49-F238E27FC236}">
                <a16:creationId xmlns:a16="http://schemas.microsoft.com/office/drawing/2014/main" xmlns="" id="{ED864B38-EA30-4D31-93FE-C30F87CB4DBE}"/>
              </a:ext>
            </a:extLst>
          </p:cNvPr>
          <p:cNvSpPr txBox="1">
            <a:spLocks noChangeArrowheads="1"/>
          </p:cNvSpPr>
          <p:nvPr/>
        </p:nvSpPr>
        <p:spPr bwMode="auto">
          <a:xfrm>
            <a:off x="7118350" y="3232150"/>
            <a:ext cx="968375" cy="349250"/>
          </a:xfrm>
          <a:prstGeom prst="rect">
            <a:avLst/>
          </a:prstGeom>
          <a:solidFill>
            <a:srgbClr val="FFFF00"/>
          </a:solidFill>
          <a:ln w="12700">
            <a:solidFill>
              <a:srgbClr val="0000FF"/>
            </a:solidFill>
            <a:miter lim="800000"/>
            <a:headEnd/>
            <a:tailEnd/>
          </a:ln>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2D1993"/>
                </a:solidFill>
              </a:rPr>
              <a:t>Income</a:t>
            </a:r>
            <a:endParaRPr lang="en-US" altLang="en-US" sz="1600" b="0">
              <a:solidFill>
                <a:schemeClr val="bg2"/>
              </a:solidFill>
            </a:endParaRPr>
          </a:p>
        </p:txBody>
      </p:sp>
      <p:sp>
        <p:nvSpPr>
          <p:cNvPr id="12303" name="AutoShape 17">
            <a:extLst>
              <a:ext uri="{FF2B5EF4-FFF2-40B4-BE49-F238E27FC236}">
                <a16:creationId xmlns:a16="http://schemas.microsoft.com/office/drawing/2014/main" xmlns="" id="{D4A93664-3825-4697-91DB-A563E3CFAB8B}"/>
              </a:ext>
            </a:extLst>
          </p:cNvPr>
          <p:cNvSpPr>
            <a:spLocks noChangeArrowheads="1"/>
          </p:cNvSpPr>
          <p:nvPr/>
        </p:nvSpPr>
        <p:spPr bwMode="auto">
          <a:xfrm>
            <a:off x="8045450" y="4021138"/>
            <a:ext cx="627063" cy="366712"/>
          </a:xfrm>
          <a:prstGeom prst="roundRect">
            <a:avLst>
              <a:gd name="adj" fmla="val 16769"/>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2304" name="Text Box 18">
            <a:extLst>
              <a:ext uri="{FF2B5EF4-FFF2-40B4-BE49-F238E27FC236}">
                <a16:creationId xmlns:a16="http://schemas.microsoft.com/office/drawing/2014/main" xmlns="" id="{813C5F42-E294-446D-BAB8-BA73EF3C61F7}"/>
              </a:ext>
            </a:extLst>
          </p:cNvPr>
          <p:cNvSpPr txBox="1">
            <a:spLocks noChangeArrowheads="1"/>
          </p:cNvSpPr>
          <p:nvPr/>
        </p:nvSpPr>
        <p:spPr bwMode="auto">
          <a:xfrm>
            <a:off x="7969250" y="4021138"/>
            <a:ext cx="6858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YES</a:t>
            </a:r>
            <a:endParaRPr lang="en-US" altLang="en-US" sz="1600" b="0">
              <a:solidFill>
                <a:schemeClr val="bg2"/>
              </a:solidFill>
            </a:endParaRPr>
          </a:p>
        </p:txBody>
      </p:sp>
      <p:sp>
        <p:nvSpPr>
          <p:cNvPr id="12305" name="AutoShape 19">
            <a:extLst>
              <a:ext uri="{FF2B5EF4-FFF2-40B4-BE49-F238E27FC236}">
                <a16:creationId xmlns:a16="http://schemas.microsoft.com/office/drawing/2014/main" xmlns="" id="{E001673C-3D0D-4DCB-97C9-F20B1C27741E}"/>
              </a:ext>
            </a:extLst>
          </p:cNvPr>
          <p:cNvSpPr>
            <a:spLocks noChangeArrowheads="1"/>
          </p:cNvSpPr>
          <p:nvPr/>
        </p:nvSpPr>
        <p:spPr bwMode="auto">
          <a:xfrm>
            <a:off x="6553200" y="4038600"/>
            <a:ext cx="654050" cy="363538"/>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2306" name="Text Box 20">
            <a:extLst>
              <a:ext uri="{FF2B5EF4-FFF2-40B4-BE49-F238E27FC236}">
                <a16:creationId xmlns:a16="http://schemas.microsoft.com/office/drawing/2014/main" xmlns="" id="{32FD8B4D-7EAF-43C7-8868-ABB7F8C30209}"/>
              </a:ext>
            </a:extLst>
          </p:cNvPr>
          <p:cNvSpPr txBox="1">
            <a:spLocks noChangeArrowheads="1"/>
          </p:cNvSpPr>
          <p:nvPr/>
        </p:nvSpPr>
        <p:spPr bwMode="auto">
          <a:xfrm>
            <a:off x="6650038" y="4024313"/>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sp>
        <p:nvSpPr>
          <p:cNvPr id="12307" name="AutoShape 21">
            <a:extLst>
              <a:ext uri="{FF2B5EF4-FFF2-40B4-BE49-F238E27FC236}">
                <a16:creationId xmlns:a16="http://schemas.microsoft.com/office/drawing/2014/main" xmlns="" id="{1BA0B396-4C82-4AB2-8E99-F8625E891BB0}"/>
              </a:ext>
            </a:extLst>
          </p:cNvPr>
          <p:cNvSpPr>
            <a:spLocks noChangeArrowheads="1"/>
          </p:cNvSpPr>
          <p:nvPr/>
        </p:nvSpPr>
        <p:spPr bwMode="auto">
          <a:xfrm>
            <a:off x="4348163" y="2484438"/>
            <a:ext cx="685800" cy="347662"/>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2308" name="Text Box 22">
            <a:extLst>
              <a:ext uri="{FF2B5EF4-FFF2-40B4-BE49-F238E27FC236}">
                <a16:creationId xmlns:a16="http://schemas.microsoft.com/office/drawing/2014/main" xmlns="" id="{3F642F6A-0ADF-426D-B50A-0C81EB2C4C1C}"/>
              </a:ext>
            </a:extLst>
          </p:cNvPr>
          <p:cNvSpPr txBox="1">
            <a:spLocks noChangeArrowheads="1"/>
          </p:cNvSpPr>
          <p:nvPr/>
        </p:nvSpPr>
        <p:spPr bwMode="auto">
          <a:xfrm>
            <a:off x="4443413" y="2470150"/>
            <a:ext cx="48895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rgbClr val="00FFFF"/>
              </a:solidFill>
            </a:endParaRPr>
          </a:p>
        </p:txBody>
      </p:sp>
      <p:grpSp>
        <p:nvGrpSpPr>
          <p:cNvPr id="12309" name="Group 35">
            <a:extLst>
              <a:ext uri="{FF2B5EF4-FFF2-40B4-BE49-F238E27FC236}">
                <a16:creationId xmlns:a16="http://schemas.microsoft.com/office/drawing/2014/main" xmlns="" id="{B22A43E7-0F42-4BB2-8EAE-965DAC3711E8}"/>
              </a:ext>
            </a:extLst>
          </p:cNvPr>
          <p:cNvGrpSpPr>
            <a:grpSpLocks/>
          </p:cNvGrpSpPr>
          <p:nvPr/>
        </p:nvGrpSpPr>
        <p:grpSpPr bwMode="auto">
          <a:xfrm>
            <a:off x="5594350" y="3232150"/>
            <a:ext cx="685800" cy="381000"/>
            <a:chOff x="4927" y="2340"/>
            <a:chExt cx="432" cy="240"/>
          </a:xfrm>
        </p:grpSpPr>
        <p:sp>
          <p:nvSpPr>
            <p:cNvPr id="12321" name="AutoShape 23">
              <a:extLst>
                <a:ext uri="{FF2B5EF4-FFF2-40B4-BE49-F238E27FC236}">
                  <a16:creationId xmlns:a16="http://schemas.microsoft.com/office/drawing/2014/main" xmlns="" id="{0A9EB9A3-7B80-418D-B376-4D6B9124AACE}"/>
                </a:ext>
              </a:extLst>
            </p:cNvPr>
            <p:cNvSpPr>
              <a:spLocks noChangeArrowheads="1"/>
            </p:cNvSpPr>
            <p:nvPr/>
          </p:nvSpPr>
          <p:spPr bwMode="auto">
            <a:xfrm>
              <a:off x="4927" y="2340"/>
              <a:ext cx="432" cy="240"/>
            </a:xfrm>
            <a:prstGeom prst="roundRect">
              <a:avLst>
                <a:gd name="adj" fmla="val 16667"/>
              </a:avLst>
            </a:prstGeom>
            <a:solidFill>
              <a:srgbClr val="33CC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2322" name="Text Box 24">
              <a:extLst>
                <a:ext uri="{FF2B5EF4-FFF2-40B4-BE49-F238E27FC236}">
                  <a16:creationId xmlns:a16="http://schemas.microsoft.com/office/drawing/2014/main" xmlns="" id="{62F00DFC-95BD-4E87-A989-CCC523B5B7E3}"/>
                </a:ext>
              </a:extLst>
            </p:cNvPr>
            <p:cNvSpPr txBox="1">
              <a:spLocks noChangeArrowheads="1"/>
            </p:cNvSpPr>
            <p:nvPr/>
          </p:nvSpPr>
          <p:spPr bwMode="auto">
            <a:xfrm>
              <a:off x="4975" y="2340"/>
              <a:ext cx="308"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20000"/>
                </a:spcBef>
                <a:spcAft>
                  <a:spcPct val="0"/>
                </a:spcAft>
                <a:buClr>
                  <a:schemeClr val="accent2"/>
                </a:buClr>
                <a:buFont typeface="Monotype Sorts" pitchFamily="-84" charset="2"/>
                <a:buNone/>
              </a:pPr>
              <a:r>
                <a:rPr lang="en-US" altLang="en-US" sz="1600">
                  <a:solidFill>
                    <a:srgbClr val="800000"/>
                  </a:solidFill>
                </a:rPr>
                <a:t>NO</a:t>
              </a:r>
              <a:endParaRPr lang="en-US" altLang="en-US" sz="1600" b="0">
                <a:solidFill>
                  <a:schemeClr val="bg2"/>
                </a:solidFill>
              </a:endParaRPr>
            </a:p>
          </p:txBody>
        </p:sp>
      </p:grpSp>
      <p:sp>
        <p:nvSpPr>
          <p:cNvPr id="12310" name="Text Box 25">
            <a:extLst>
              <a:ext uri="{FF2B5EF4-FFF2-40B4-BE49-F238E27FC236}">
                <a16:creationId xmlns:a16="http://schemas.microsoft.com/office/drawing/2014/main" xmlns="" id="{40D1C44F-1F9B-4B0E-8B32-64FB3952BEAF}"/>
              </a:ext>
            </a:extLst>
          </p:cNvPr>
          <p:cNvSpPr txBox="1">
            <a:spLocks noChangeArrowheads="1"/>
          </p:cNvSpPr>
          <p:nvPr/>
        </p:nvSpPr>
        <p:spPr bwMode="auto">
          <a:xfrm>
            <a:off x="5518150" y="2774950"/>
            <a:ext cx="5334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Yes</a:t>
            </a:r>
            <a:endParaRPr lang="en-US" altLang="en-US" sz="1600" b="0">
              <a:solidFill>
                <a:schemeClr val="bg2"/>
              </a:solidFill>
            </a:endParaRPr>
          </a:p>
        </p:txBody>
      </p:sp>
      <p:sp>
        <p:nvSpPr>
          <p:cNvPr id="12311" name="Text Box 26">
            <a:extLst>
              <a:ext uri="{FF2B5EF4-FFF2-40B4-BE49-F238E27FC236}">
                <a16:creationId xmlns:a16="http://schemas.microsoft.com/office/drawing/2014/main" xmlns="" id="{B8D78E17-DE33-4689-B0BD-63B9D2992C23}"/>
              </a:ext>
            </a:extLst>
          </p:cNvPr>
          <p:cNvSpPr txBox="1">
            <a:spLocks noChangeArrowheads="1"/>
          </p:cNvSpPr>
          <p:nvPr/>
        </p:nvSpPr>
        <p:spPr bwMode="auto">
          <a:xfrm>
            <a:off x="7270750" y="2698750"/>
            <a:ext cx="44291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No</a:t>
            </a:r>
            <a:endParaRPr lang="en-US" altLang="en-US" sz="1600" b="0">
              <a:solidFill>
                <a:schemeClr val="bg2"/>
              </a:solidFill>
            </a:endParaRPr>
          </a:p>
        </p:txBody>
      </p:sp>
      <p:sp>
        <p:nvSpPr>
          <p:cNvPr id="12312" name="Text Box 27">
            <a:extLst>
              <a:ext uri="{FF2B5EF4-FFF2-40B4-BE49-F238E27FC236}">
                <a16:creationId xmlns:a16="http://schemas.microsoft.com/office/drawing/2014/main" xmlns="" id="{1593510F-7176-4511-AFEC-EFC4843FFCFB}"/>
              </a:ext>
            </a:extLst>
          </p:cNvPr>
          <p:cNvSpPr txBox="1">
            <a:spLocks noChangeArrowheads="1"/>
          </p:cNvSpPr>
          <p:nvPr/>
        </p:nvSpPr>
        <p:spPr bwMode="auto">
          <a:xfrm>
            <a:off x="4146550" y="1936750"/>
            <a:ext cx="9302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Married</a:t>
            </a:r>
            <a:r>
              <a:rPr lang="en-US" altLang="en-US" sz="1600" b="0">
                <a:solidFill>
                  <a:schemeClr val="bg2"/>
                </a:solidFill>
              </a:rPr>
              <a:t> </a:t>
            </a:r>
          </a:p>
        </p:txBody>
      </p:sp>
      <p:sp>
        <p:nvSpPr>
          <p:cNvPr id="12313" name="Text Box 28">
            <a:extLst>
              <a:ext uri="{FF2B5EF4-FFF2-40B4-BE49-F238E27FC236}">
                <a16:creationId xmlns:a16="http://schemas.microsoft.com/office/drawing/2014/main" xmlns="" id="{88158606-A214-4401-8606-A6E72D8C902E}"/>
              </a:ext>
            </a:extLst>
          </p:cNvPr>
          <p:cNvSpPr txBox="1">
            <a:spLocks noChangeArrowheads="1"/>
          </p:cNvSpPr>
          <p:nvPr/>
        </p:nvSpPr>
        <p:spPr bwMode="auto">
          <a:xfrm>
            <a:off x="5746750" y="1708150"/>
            <a:ext cx="1398588"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Single, Divorced</a:t>
            </a:r>
            <a:endParaRPr lang="en-US" altLang="en-US" sz="1600" b="0">
              <a:solidFill>
                <a:schemeClr val="bg2"/>
              </a:solidFill>
            </a:endParaRPr>
          </a:p>
        </p:txBody>
      </p:sp>
      <p:sp>
        <p:nvSpPr>
          <p:cNvPr id="12314" name="Text Box 29">
            <a:extLst>
              <a:ext uri="{FF2B5EF4-FFF2-40B4-BE49-F238E27FC236}">
                <a16:creationId xmlns:a16="http://schemas.microsoft.com/office/drawing/2014/main" xmlns="" id="{BA678096-4A0D-4AA2-87F4-0E63B4360B1F}"/>
              </a:ext>
            </a:extLst>
          </p:cNvPr>
          <p:cNvSpPr txBox="1">
            <a:spLocks noChangeArrowheads="1"/>
          </p:cNvSpPr>
          <p:nvPr/>
        </p:nvSpPr>
        <p:spPr bwMode="auto">
          <a:xfrm>
            <a:off x="6353175" y="3562350"/>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&lt; 80K</a:t>
            </a:r>
            <a:endParaRPr lang="en-US" altLang="en-US" sz="1600" b="0">
              <a:solidFill>
                <a:schemeClr val="bg2"/>
              </a:solidFill>
            </a:endParaRPr>
          </a:p>
        </p:txBody>
      </p:sp>
      <p:sp>
        <p:nvSpPr>
          <p:cNvPr id="12315" name="Text Box 30">
            <a:extLst>
              <a:ext uri="{FF2B5EF4-FFF2-40B4-BE49-F238E27FC236}">
                <a16:creationId xmlns:a16="http://schemas.microsoft.com/office/drawing/2014/main" xmlns="" id="{097B3FA1-172C-466A-AD3E-F367AA04C520}"/>
              </a:ext>
            </a:extLst>
          </p:cNvPr>
          <p:cNvSpPr txBox="1">
            <a:spLocks noChangeArrowheads="1"/>
          </p:cNvSpPr>
          <p:nvPr/>
        </p:nvSpPr>
        <p:spPr bwMode="auto">
          <a:xfrm>
            <a:off x="8128000" y="3562350"/>
            <a:ext cx="7207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342900" indent="-3429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a:spcBef>
                <a:spcPct val="20000"/>
              </a:spcBef>
              <a:spcAft>
                <a:spcPct val="0"/>
              </a:spcAft>
              <a:buClr>
                <a:schemeClr val="accent2"/>
              </a:buClr>
              <a:buFont typeface="Monotype Sorts" pitchFamily="-84" charset="2"/>
              <a:buNone/>
            </a:pPr>
            <a:r>
              <a:rPr lang="en-US" altLang="en-US" sz="1600" b="0"/>
              <a:t>&gt; 80K</a:t>
            </a:r>
            <a:endParaRPr lang="en-US" altLang="en-US" sz="1600" b="0">
              <a:solidFill>
                <a:schemeClr val="bg2"/>
              </a:solidFill>
            </a:endParaRPr>
          </a:p>
        </p:txBody>
      </p:sp>
      <p:sp>
        <p:nvSpPr>
          <p:cNvPr id="12316" name="Text Box 37">
            <a:extLst>
              <a:ext uri="{FF2B5EF4-FFF2-40B4-BE49-F238E27FC236}">
                <a16:creationId xmlns:a16="http://schemas.microsoft.com/office/drawing/2014/main" xmlns="" id="{08AB6E6A-117C-4F9C-9E92-0814338887A2}"/>
              </a:ext>
            </a:extLst>
          </p:cNvPr>
          <p:cNvSpPr txBox="1">
            <a:spLocks noChangeArrowheads="1"/>
          </p:cNvSpPr>
          <p:nvPr/>
        </p:nvSpPr>
        <p:spPr bwMode="auto">
          <a:xfrm>
            <a:off x="4343400" y="5029200"/>
            <a:ext cx="44196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solidFill>
                  <a:srgbClr val="CC3300"/>
                </a:solidFill>
              </a:rPr>
              <a:t>There could be more than one tree that fits the same data!</a:t>
            </a:r>
          </a:p>
        </p:txBody>
      </p:sp>
      <p:graphicFrame>
        <p:nvGraphicFramePr>
          <p:cNvPr id="12317" name="Object 38">
            <a:extLst>
              <a:ext uri="{FF2B5EF4-FFF2-40B4-BE49-F238E27FC236}">
                <a16:creationId xmlns:a16="http://schemas.microsoft.com/office/drawing/2014/main" xmlns="" id="{0831DD03-DCFC-45C6-A1DC-D2714BE109E7}"/>
              </a:ext>
            </a:extLst>
          </p:cNvPr>
          <p:cNvGraphicFramePr>
            <a:graphicFrameLocks noGrp="1" noChangeAspect="1"/>
          </p:cNvGraphicFramePr>
          <p:nvPr>
            <p:ph idx="1"/>
          </p:nvPr>
        </p:nvGraphicFramePr>
        <p:xfrm>
          <a:off x="152400" y="2071688"/>
          <a:ext cx="3886200" cy="3832225"/>
        </p:xfrm>
        <a:graphic>
          <a:graphicData uri="http://schemas.openxmlformats.org/presentationml/2006/ole">
            <p:oleObj spid="_x0000_s62472" name="Document" r:id="rId3" imgW="5857196" imgH="5776579" progId="Word.Document.8">
              <p:embed/>
            </p:oleObj>
          </a:graphicData>
        </a:graphic>
      </p:graphicFrame>
      <p:sp>
        <p:nvSpPr>
          <p:cNvPr id="2" name="Date Placeholder 1">
            <a:extLst>
              <a:ext uri="{FF2B5EF4-FFF2-40B4-BE49-F238E27FC236}">
                <a16:creationId xmlns:a16="http://schemas.microsoft.com/office/drawing/2014/main" xmlns="" id="{7878102B-9290-40B9-902F-8D9BF8BF9E1F}"/>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A1571193-677B-465D-9306-B0E03246878B}"/>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F13FB714-8A7D-4AC9-9285-3F12BC02F295}"/>
              </a:ext>
            </a:extLst>
          </p:cNvPr>
          <p:cNvSpPr>
            <a:spLocks noGrp="1"/>
          </p:cNvSpPr>
          <p:nvPr>
            <p:ph type="sldNum" sz="quarter" idx="12"/>
          </p:nvPr>
        </p:nvSpPr>
        <p:spPr/>
        <p:txBody>
          <a:bodyPr/>
          <a:lstStyle/>
          <a:p>
            <a:pPr>
              <a:defRPr/>
            </a:pPr>
            <a:fld id="{38FB5405-7CE1-4177-9B10-0CA610354D57}" type="slidenum">
              <a:rPr lang="en-US"/>
              <a:pPr>
                <a:defRPr/>
              </a:pPr>
              <a:t>13</a:t>
            </a:fld>
            <a:endParaRPr lang="en-US"/>
          </a:p>
        </p:txBody>
      </p:sp>
    </p:spTree>
    <p:extLst>
      <p:ext uri="{BB962C8B-B14F-4D97-AF65-F5344CB8AC3E}">
        <p14:creationId xmlns:p14="http://schemas.microsoft.com/office/powerpoint/2010/main" xmlns="" val="3415438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xmlns="" id="{A57D3325-CA50-47D6-B18E-E49B6EB5A703}"/>
              </a:ext>
            </a:extLst>
          </p:cNvPr>
          <p:cNvSpPr>
            <a:spLocks noGrp="1" noChangeArrowheads="1"/>
          </p:cNvSpPr>
          <p:nvPr>
            <p:ph type="title"/>
          </p:nvPr>
        </p:nvSpPr>
        <p:spPr/>
        <p:txBody>
          <a:bodyPr/>
          <a:lstStyle/>
          <a:p>
            <a:pPr>
              <a:defRPr/>
            </a:pPr>
            <a:r>
              <a:rPr lang="en-US">
                <a:cs typeface="+mj-cs"/>
              </a:rPr>
              <a:t>Decision Tree Classification Task</a:t>
            </a:r>
          </a:p>
        </p:txBody>
      </p:sp>
      <p:graphicFrame>
        <p:nvGraphicFramePr>
          <p:cNvPr id="19458" name="Object 3">
            <a:extLst>
              <a:ext uri="{FF2B5EF4-FFF2-40B4-BE49-F238E27FC236}">
                <a16:creationId xmlns:a16="http://schemas.microsoft.com/office/drawing/2014/main" xmlns="" id="{922FCB22-D9C1-47D5-B45A-D63DF09FDBB3}"/>
              </a:ext>
            </a:extLst>
          </p:cNvPr>
          <p:cNvGraphicFramePr>
            <a:graphicFrameLocks noGrp="1" noChangeAspect="1"/>
          </p:cNvGraphicFramePr>
          <p:nvPr>
            <p:ph idx="1"/>
          </p:nvPr>
        </p:nvGraphicFramePr>
        <p:xfrm>
          <a:off x="1093788" y="1143000"/>
          <a:ext cx="6951662" cy="5181600"/>
        </p:xfrm>
        <a:graphic>
          <a:graphicData uri="http://schemas.openxmlformats.org/presentationml/2006/ole">
            <p:oleObj spid="_x0000_s19535" name="Visio" r:id="rId3" imgW="8424875" imgH="6279741" progId="">
              <p:embed/>
            </p:oleObj>
          </a:graphicData>
        </a:graphic>
      </p:graphicFrame>
      <p:sp>
        <p:nvSpPr>
          <p:cNvPr id="19459" name="Line 4">
            <a:extLst>
              <a:ext uri="{FF2B5EF4-FFF2-40B4-BE49-F238E27FC236}">
                <a16:creationId xmlns:a16="http://schemas.microsoft.com/office/drawing/2014/main" xmlns="" id="{D2A2C65F-1598-45AB-9C71-7C8C24AD2F16}"/>
              </a:ext>
            </a:extLst>
          </p:cNvPr>
          <p:cNvSpPr>
            <a:spLocks noChangeShapeType="1"/>
          </p:cNvSpPr>
          <p:nvPr/>
        </p:nvSpPr>
        <p:spPr bwMode="auto">
          <a:xfrm flipH="1">
            <a:off x="6400800" y="2362200"/>
            <a:ext cx="685800" cy="0"/>
          </a:xfrm>
          <a:prstGeom prst="line">
            <a:avLst/>
          </a:prstGeom>
          <a:noFill/>
          <a:ln w="635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9460" name="Text Box 5">
            <a:extLst>
              <a:ext uri="{FF2B5EF4-FFF2-40B4-BE49-F238E27FC236}">
                <a16:creationId xmlns:a16="http://schemas.microsoft.com/office/drawing/2014/main" xmlns="" id="{E0B96271-3927-49B3-A826-E4A57F01AAB5}"/>
              </a:ext>
            </a:extLst>
          </p:cNvPr>
          <p:cNvSpPr txBox="1">
            <a:spLocks noChangeArrowheads="1"/>
          </p:cNvSpPr>
          <p:nvPr/>
        </p:nvSpPr>
        <p:spPr bwMode="auto">
          <a:xfrm>
            <a:off x="7086600" y="4283075"/>
            <a:ext cx="1219200"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400"/>
              <a:t>Decision Tree</a:t>
            </a:r>
          </a:p>
        </p:txBody>
      </p:sp>
      <p:sp>
        <p:nvSpPr>
          <p:cNvPr id="2" name="Date Placeholder 1">
            <a:extLst>
              <a:ext uri="{FF2B5EF4-FFF2-40B4-BE49-F238E27FC236}">
                <a16:creationId xmlns:a16="http://schemas.microsoft.com/office/drawing/2014/main" xmlns="" id="{158A83EC-A45F-4EC0-B522-0C8F3E6CD14D}"/>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3406D156-1546-4409-874D-F94E9E6DEA6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940A6B8-37D4-45C2-9640-364AB27E97A3}"/>
              </a:ext>
            </a:extLst>
          </p:cNvPr>
          <p:cNvSpPr>
            <a:spLocks noGrp="1"/>
          </p:cNvSpPr>
          <p:nvPr>
            <p:ph type="sldNum" sz="quarter" idx="12"/>
          </p:nvPr>
        </p:nvSpPr>
        <p:spPr/>
        <p:txBody>
          <a:bodyPr/>
          <a:lstStyle/>
          <a:p>
            <a:pPr>
              <a:defRPr/>
            </a:pPr>
            <a:fld id="{AFFB1C1F-2B1A-4D96-AD0B-E4A81121055F}"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23A98C3D-2995-4F43-B868-3D29606AACEB}"/>
              </a:ext>
            </a:extLst>
          </p:cNvPr>
          <p:cNvSpPr>
            <a:spLocks noGrp="1" noChangeArrowheads="1"/>
          </p:cNvSpPr>
          <p:nvPr>
            <p:ph type="title"/>
          </p:nvPr>
        </p:nvSpPr>
        <p:spPr/>
        <p:txBody>
          <a:bodyPr/>
          <a:lstStyle/>
          <a:p>
            <a:pPr>
              <a:defRPr/>
            </a:pPr>
            <a:r>
              <a:rPr lang="en-US">
                <a:cs typeface="+mj-cs"/>
              </a:rPr>
              <a:t>Decision Tree Induction</a:t>
            </a:r>
          </a:p>
        </p:txBody>
      </p:sp>
      <p:sp>
        <p:nvSpPr>
          <p:cNvPr id="20482" name="Rectangle 3">
            <a:extLst>
              <a:ext uri="{FF2B5EF4-FFF2-40B4-BE49-F238E27FC236}">
                <a16:creationId xmlns:a16="http://schemas.microsoft.com/office/drawing/2014/main" xmlns="" id="{C4EEE4B1-2980-40D8-B25E-F7BD1170412A}"/>
              </a:ext>
            </a:extLst>
          </p:cNvPr>
          <p:cNvSpPr>
            <a:spLocks noGrp="1" noChangeArrowheads="1"/>
          </p:cNvSpPr>
          <p:nvPr>
            <p:ph type="body" idx="1"/>
          </p:nvPr>
        </p:nvSpPr>
        <p:spPr/>
        <p:txBody>
          <a:bodyPr/>
          <a:lstStyle/>
          <a:p>
            <a:r>
              <a:rPr lang="en-US" altLang="en-US">
                <a:ea typeface="ＭＳ Ｐゴシック" panose="020B0600070205080204" pitchFamily="34" charset="-128"/>
              </a:rPr>
              <a:t>Many Algorithms:</a:t>
            </a:r>
          </a:p>
          <a:p>
            <a:pPr lvl="1"/>
            <a:r>
              <a:rPr lang="en-US" altLang="en-US">
                <a:ea typeface="ＭＳ Ｐゴシック" panose="020B0600070205080204" pitchFamily="34" charset="-128"/>
              </a:rPr>
              <a:t>Hunt’s Algorithm (one of the earliest)</a:t>
            </a:r>
          </a:p>
          <a:p>
            <a:pPr lvl="1"/>
            <a:r>
              <a:rPr lang="en-US" altLang="en-US">
                <a:ea typeface="ＭＳ Ｐゴシック" panose="020B0600070205080204" pitchFamily="34" charset="-128"/>
              </a:rPr>
              <a:t>CART</a:t>
            </a:r>
          </a:p>
          <a:p>
            <a:pPr lvl="1"/>
            <a:r>
              <a:rPr lang="en-US" altLang="en-US">
                <a:ea typeface="ＭＳ Ｐゴシック" panose="020B0600070205080204" pitchFamily="34" charset="-128"/>
              </a:rPr>
              <a:t>ID3, C4.5</a:t>
            </a:r>
          </a:p>
          <a:p>
            <a:pPr lvl="1"/>
            <a:r>
              <a:rPr lang="en-US" altLang="en-US">
                <a:ea typeface="ＭＳ Ｐゴシック" panose="020B0600070205080204" pitchFamily="34" charset="-128"/>
              </a:rPr>
              <a:t>SLIQ,SPRINT</a:t>
            </a:r>
          </a:p>
        </p:txBody>
      </p:sp>
      <p:sp>
        <p:nvSpPr>
          <p:cNvPr id="2" name="Date Placeholder 1">
            <a:extLst>
              <a:ext uri="{FF2B5EF4-FFF2-40B4-BE49-F238E27FC236}">
                <a16:creationId xmlns:a16="http://schemas.microsoft.com/office/drawing/2014/main" xmlns="" id="{B1C2971E-063A-421F-B81A-C5AE59EFEE06}"/>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09201513-7FDD-475C-98BB-CF2E6B476D5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5508466B-54FA-4716-9DA8-9B80AFB80A9E}"/>
              </a:ext>
            </a:extLst>
          </p:cNvPr>
          <p:cNvSpPr>
            <a:spLocks noGrp="1"/>
          </p:cNvSpPr>
          <p:nvPr>
            <p:ph type="sldNum" sz="quarter" idx="12"/>
          </p:nvPr>
        </p:nvSpPr>
        <p:spPr/>
        <p:txBody>
          <a:bodyPr/>
          <a:lstStyle/>
          <a:p>
            <a:pPr>
              <a:defRPr/>
            </a:pPr>
            <a:fld id="{A9D3946A-9181-431C-9F3B-E440726DFE0F}" type="slidenum">
              <a:rPr lang="en-US"/>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xmlns="" id="{7848EE3C-5155-461B-95F1-0EB904BA1849}"/>
              </a:ext>
            </a:extLst>
          </p:cNvPr>
          <p:cNvSpPr>
            <a:spLocks noGrp="1" noChangeArrowheads="1"/>
          </p:cNvSpPr>
          <p:nvPr>
            <p:ph type="title"/>
          </p:nvPr>
        </p:nvSpPr>
        <p:spPr/>
        <p:txBody>
          <a:bodyPr/>
          <a:lstStyle/>
          <a:p>
            <a:r>
              <a:rPr lang="en-US" altLang="en-US">
                <a:ea typeface="ＭＳ Ｐゴシック" panose="020B0600070205080204" pitchFamily="34" charset="-128"/>
              </a:rPr>
              <a:t>General Structure of Hunt’s Algorithm</a:t>
            </a:r>
          </a:p>
        </p:txBody>
      </p:sp>
      <p:sp>
        <p:nvSpPr>
          <p:cNvPr id="18435" name="Rectangle 3">
            <a:extLst>
              <a:ext uri="{FF2B5EF4-FFF2-40B4-BE49-F238E27FC236}">
                <a16:creationId xmlns:a16="http://schemas.microsoft.com/office/drawing/2014/main" xmlns="" id="{92C4A2D3-EEA6-4EED-B84C-069A3654AF1C}"/>
              </a:ext>
            </a:extLst>
          </p:cNvPr>
          <p:cNvSpPr>
            <a:spLocks noGrp="1" noChangeArrowheads="1"/>
          </p:cNvSpPr>
          <p:nvPr>
            <p:ph type="body" sz="half" idx="1"/>
          </p:nvPr>
        </p:nvSpPr>
        <p:spPr/>
        <p:txBody>
          <a:bodyPr/>
          <a:lstStyle/>
          <a:p>
            <a:pPr>
              <a:buFont typeface="Monotype Sorts" charset="0"/>
              <a:buChar char="l"/>
              <a:defRPr/>
            </a:pPr>
            <a:r>
              <a:rPr lang="en-US" sz="2000">
                <a:cs typeface="+mn-cs"/>
              </a:rPr>
              <a:t>Let D</a:t>
            </a:r>
            <a:r>
              <a:rPr lang="en-US" sz="2000" baseline="-25000">
                <a:cs typeface="+mn-cs"/>
              </a:rPr>
              <a:t>t</a:t>
            </a:r>
            <a:r>
              <a:rPr lang="en-US" sz="2000">
                <a:cs typeface="+mn-cs"/>
              </a:rPr>
              <a:t> be the set of training records that reach a node t</a:t>
            </a:r>
          </a:p>
          <a:p>
            <a:pPr lvl="4">
              <a:defRPr/>
            </a:pPr>
            <a:endParaRPr lang="en-US" sz="1600">
              <a:latin typeface="Times New Roman" charset="0"/>
            </a:endParaRPr>
          </a:p>
          <a:p>
            <a:pPr>
              <a:buFont typeface="Monotype Sorts" charset="0"/>
              <a:buChar char="l"/>
              <a:defRPr/>
            </a:pPr>
            <a:r>
              <a:rPr lang="en-US" sz="2000">
                <a:cs typeface="+mn-cs"/>
              </a:rPr>
              <a:t>General Procedure:</a:t>
            </a:r>
          </a:p>
          <a:p>
            <a:pPr lvl="1">
              <a:buFont typeface="Arial" charset="0"/>
              <a:buChar char="–"/>
              <a:defRPr/>
            </a:pPr>
            <a:r>
              <a:rPr lang="en-US" sz="2000"/>
              <a:t>If D</a:t>
            </a:r>
            <a:r>
              <a:rPr lang="en-US" sz="2000" baseline="-25000"/>
              <a:t>t</a:t>
            </a:r>
            <a:r>
              <a:rPr lang="en-US" sz="2000"/>
              <a:t> contains records that belong the same class y</a:t>
            </a:r>
            <a:r>
              <a:rPr lang="en-US" sz="2000" baseline="-25000"/>
              <a:t>t</a:t>
            </a:r>
            <a:r>
              <a:rPr lang="en-US" sz="2000"/>
              <a:t>, then t is a leaf node labeled as y</a:t>
            </a:r>
            <a:r>
              <a:rPr lang="en-US" sz="2000" baseline="-25000"/>
              <a:t>t</a:t>
            </a:r>
          </a:p>
          <a:p>
            <a:pPr lvl="1">
              <a:buFont typeface="Arial" charset="0"/>
              <a:buChar char="–"/>
              <a:defRPr/>
            </a:pPr>
            <a:r>
              <a:rPr lang="en-US" sz="2000"/>
              <a:t>If D</a:t>
            </a:r>
            <a:r>
              <a:rPr lang="en-US" sz="2000" baseline="-25000"/>
              <a:t>t</a:t>
            </a:r>
            <a:r>
              <a:rPr lang="en-US" sz="2000"/>
              <a:t> contains records that belong to more than one class, use an attribute test to split the data into smaller subsets. Recursively apply the procedure to each subset.</a:t>
            </a:r>
          </a:p>
        </p:txBody>
      </p:sp>
      <p:sp>
        <p:nvSpPr>
          <p:cNvPr id="21507" name="Oval 11">
            <a:extLst>
              <a:ext uri="{FF2B5EF4-FFF2-40B4-BE49-F238E27FC236}">
                <a16:creationId xmlns:a16="http://schemas.microsoft.com/office/drawing/2014/main" xmlns="" id="{22149E8B-C419-4FBD-AE16-6FC670E88977}"/>
              </a:ext>
            </a:extLst>
          </p:cNvPr>
          <p:cNvSpPr>
            <a:spLocks noChangeArrowheads="1"/>
          </p:cNvSpPr>
          <p:nvPr/>
        </p:nvSpPr>
        <p:spPr bwMode="auto">
          <a:xfrm>
            <a:off x="6172200" y="4800600"/>
            <a:ext cx="1447800" cy="762000"/>
          </a:xfrm>
          <a:prstGeom prst="ellipse">
            <a:avLst/>
          </a:prstGeom>
          <a:noFill/>
          <a:ln w="38100">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21508" name="Line 12">
            <a:extLst>
              <a:ext uri="{FF2B5EF4-FFF2-40B4-BE49-F238E27FC236}">
                <a16:creationId xmlns:a16="http://schemas.microsoft.com/office/drawing/2014/main" xmlns="" id="{41CBB8FC-6869-4033-A8AB-0BD2341FCC5D}"/>
              </a:ext>
            </a:extLst>
          </p:cNvPr>
          <p:cNvSpPr>
            <a:spLocks noChangeShapeType="1"/>
          </p:cNvSpPr>
          <p:nvPr/>
        </p:nvSpPr>
        <p:spPr bwMode="auto">
          <a:xfrm flipH="1">
            <a:off x="5715000" y="5562600"/>
            <a:ext cx="990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1509" name="Line 13">
            <a:extLst>
              <a:ext uri="{FF2B5EF4-FFF2-40B4-BE49-F238E27FC236}">
                <a16:creationId xmlns:a16="http://schemas.microsoft.com/office/drawing/2014/main" xmlns="" id="{7EEB5828-06C8-4232-AB96-10FA60D782B0}"/>
              </a:ext>
            </a:extLst>
          </p:cNvPr>
          <p:cNvSpPr>
            <a:spLocks noChangeShapeType="1"/>
          </p:cNvSpPr>
          <p:nvPr/>
        </p:nvSpPr>
        <p:spPr bwMode="auto">
          <a:xfrm>
            <a:off x="6858000" y="5562600"/>
            <a:ext cx="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1510" name="Line 14">
            <a:extLst>
              <a:ext uri="{FF2B5EF4-FFF2-40B4-BE49-F238E27FC236}">
                <a16:creationId xmlns:a16="http://schemas.microsoft.com/office/drawing/2014/main" xmlns="" id="{AD977740-5001-4B4A-8AD9-702811ADF74B}"/>
              </a:ext>
            </a:extLst>
          </p:cNvPr>
          <p:cNvSpPr>
            <a:spLocks noChangeShapeType="1"/>
          </p:cNvSpPr>
          <p:nvPr/>
        </p:nvSpPr>
        <p:spPr bwMode="auto">
          <a:xfrm>
            <a:off x="7010400" y="5562600"/>
            <a:ext cx="990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1511" name="Line 15">
            <a:extLst>
              <a:ext uri="{FF2B5EF4-FFF2-40B4-BE49-F238E27FC236}">
                <a16:creationId xmlns:a16="http://schemas.microsoft.com/office/drawing/2014/main" xmlns="" id="{FC7DE917-44FB-491E-935A-E4C84548854B}"/>
              </a:ext>
            </a:extLst>
          </p:cNvPr>
          <p:cNvSpPr>
            <a:spLocks noChangeShapeType="1"/>
          </p:cNvSpPr>
          <p:nvPr/>
        </p:nvSpPr>
        <p:spPr bwMode="auto">
          <a:xfrm flipH="1">
            <a:off x="6858000" y="4419600"/>
            <a:ext cx="228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1512" name="Text Box 16">
            <a:extLst>
              <a:ext uri="{FF2B5EF4-FFF2-40B4-BE49-F238E27FC236}">
                <a16:creationId xmlns:a16="http://schemas.microsoft.com/office/drawing/2014/main" xmlns="" id="{3DD21F39-B618-45D5-A6C5-1C153D36BC9E}"/>
              </a:ext>
            </a:extLst>
          </p:cNvPr>
          <p:cNvSpPr txBox="1">
            <a:spLocks noChangeArrowheads="1"/>
          </p:cNvSpPr>
          <p:nvPr/>
        </p:nvSpPr>
        <p:spPr bwMode="auto">
          <a:xfrm>
            <a:off x="7086600" y="4267200"/>
            <a:ext cx="6096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D</a:t>
            </a:r>
            <a:r>
              <a:rPr lang="en-US" altLang="en-US" sz="2000" baseline="-25000"/>
              <a:t>t</a:t>
            </a:r>
          </a:p>
        </p:txBody>
      </p:sp>
      <p:sp>
        <p:nvSpPr>
          <p:cNvPr id="21513" name="Text Box 17">
            <a:extLst>
              <a:ext uri="{FF2B5EF4-FFF2-40B4-BE49-F238E27FC236}">
                <a16:creationId xmlns:a16="http://schemas.microsoft.com/office/drawing/2014/main" xmlns="" id="{7C8902AE-44B0-45F4-8544-9CEDFD7F87DE}"/>
              </a:ext>
            </a:extLst>
          </p:cNvPr>
          <p:cNvSpPr txBox="1">
            <a:spLocks noChangeArrowheads="1"/>
          </p:cNvSpPr>
          <p:nvPr/>
        </p:nvSpPr>
        <p:spPr bwMode="auto">
          <a:xfrm>
            <a:off x="6705600" y="4953000"/>
            <a:ext cx="381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400" dirty="0"/>
              <a:t>?</a:t>
            </a:r>
          </a:p>
        </p:txBody>
      </p:sp>
      <p:graphicFrame>
        <p:nvGraphicFramePr>
          <p:cNvPr id="21514" name="Object 21">
            <a:extLst>
              <a:ext uri="{FF2B5EF4-FFF2-40B4-BE49-F238E27FC236}">
                <a16:creationId xmlns:a16="http://schemas.microsoft.com/office/drawing/2014/main" xmlns="" id="{0541B6A4-7546-427F-A972-49B708EEFDC1}"/>
              </a:ext>
            </a:extLst>
          </p:cNvPr>
          <p:cNvGraphicFramePr>
            <a:graphicFrameLocks noGrp="1" noChangeAspect="1"/>
          </p:cNvGraphicFramePr>
          <p:nvPr>
            <p:ph sz="half" idx="2"/>
          </p:nvPr>
        </p:nvGraphicFramePr>
        <p:xfrm>
          <a:off x="5410200" y="1143000"/>
          <a:ext cx="3200400" cy="3154363"/>
        </p:xfrm>
        <a:graphic>
          <a:graphicData uri="http://schemas.openxmlformats.org/presentationml/2006/ole">
            <p:oleObj spid="_x0000_s21589" name="Document" r:id="rId3" imgW="5857196" imgH="5776579" progId="Word.Document.8">
              <p:embed/>
            </p:oleObj>
          </a:graphicData>
        </a:graphic>
      </p:graphicFrame>
      <p:sp>
        <p:nvSpPr>
          <p:cNvPr id="2" name="Date Placeholder 1">
            <a:extLst>
              <a:ext uri="{FF2B5EF4-FFF2-40B4-BE49-F238E27FC236}">
                <a16:creationId xmlns:a16="http://schemas.microsoft.com/office/drawing/2014/main" xmlns="" id="{6C96770D-1B68-4D94-8FD5-9AC763B689F0}"/>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2C1F04E0-CFF7-43C1-B288-EBA1A887E431}"/>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B3F3D08-2C9B-41F8-A628-166300A6620C}"/>
              </a:ext>
            </a:extLst>
          </p:cNvPr>
          <p:cNvSpPr>
            <a:spLocks noGrp="1"/>
          </p:cNvSpPr>
          <p:nvPr>
            <p:ph type="sldNum" sz="quarter" idx="12"/>
          </p:nvPr>
        </p:nvSpPr>
        <p:spPr/>
        <p:txBody>
          <a:bodyPr/>
          <a:lstStyle/>
          <a:p>
            <a:pPr>
              <a:defRPr/>
            </a:pPr>
            <a:fld id="{EF57EC43-4E6A-4B0C-92C0-F5F14DCE6FB5}" type="slidenum">
              <a:rPr lang="en-US"/>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xmlns="" id="{6D95B777-2489-4DF5-A548-382C8F0D8610}"/>
              </a:ext>
            </a:extLst>
          </p:cNvPr>
          <p:cNvSpPr>
            <a:spLocks noGrp="1" noChangeArrowheads="1"/>
          </p:cNvSpPr>
          <p:nvPr>
            <p:ph type="title"/>
          </p:nvPr>
        </p:nvSpPr>
        <p:spPr/>
        <p:txBody>
          <a:bodyPr/>
          <a:lstStyle/>
          <a:p>
            <a:r>
              <a:rPr lang="en-US" altLang="en-US">
                <a:ea typeface="ＭＳ Ｐゴシック" panose="020B0600070205080204" pitchFamily="34" charset="-128"/>
              </a:rPr>
              <a:t>Hunt’s Algorithm</a:t>
            </a:r>
          </a:p>
        </p:txBody>
      </p:sp>
      <p:graphicFrame>
        <p:nvGraphicFramePr>
          <p:cNvPr id="22530" name="Object 56">
            <a:extLst>
              <a:ext uri="{FF2B5EF4-FFF2-40B4-BE49-F238E27FC236}">
                <a16:creationId xmlns:a16="http://schemas.microsoft.com/office/drawing/2014/main" xmlns="" id="{8506C3F0-35A0-49A3-A623-81F02C4A7407}"/>
              </a:ext>
            </a:extLst>
          </p:cNvPr>
          <p:cNvGraphicFramePr>
            <a:graphicFrameLocks noGrp="1" noChangeAspect="1"/>
          </p:cNvGraphicFramePr>
          <p:nvPr>
            <p:ph sz="half" idx="2"/>
          </p:nvPr>
        </p:nvGraphicFramePr>
        <p:xfrm>
          <a:off x="76200" y="1174750"/>
          <a:ext cx="6324600" cy="5073650"/>
        </p:xfrm>
        <a:graphic>
          <a:graphicData uri="http://schemas.openxmlformats.org/presentationml/2006/ole">
            <p:oleObj spid="_x0000_s22691" name="Visio" r:id="rId3" imgW="8190179" imgH="6570560" progId="">
              <p:embed/>
            </p:oleObj>
          </a:graphicData>
        </a:graphic>
      </p:graphicFrame>
      <p:sp>
        <p:nvSpPr>
          <p:cNvPr id="22531" name="TextBox 1">
            <a:extLst>
              <a:ext uri="{FF2B5EF4-FFF2-40B4-BE49-F238E27FC236}">
                <a16:creationId xmlns:a16="http://schemas.microsoft.com/office/drawing/2014/main" xmlns="" id="{4EB848A9-E81B-4281-875C-8801DA035C62}"/>
              </a:ext>
            </a:extLst>
          </p:cNvPr>
          <p:cNvSpPr txBox="1">
            <a:spLocks noChangeArrowheads="1"/>
          </p:cNvSpPr>
          <p:nvPr/>
        </p:nvSpPr>
        <p:spPr bwMode="auto">
          <a:xfrm>
            <a:off x="373380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2532" name="TextBox 5">
            <a:extLst>
              <a:ext uri="{FF2B5EF4-FFF2-40B4-BE49-F238E27FC236}">
                <a16:creationId xmlns:a16="http://schemas.microsoft.com/office/drawing/2014/main" xmlns="" id="{03E523CE-8CAE-4322-9C3B-AE4828D9EE6A}"/>
              </a:ext>
            </a:extLst>
          </p:cNvPr>
          <p:cNvSpPr txBox="1">
            <a:spLocks noChangeArrowheads="1"/>
          </p:cNvSpPr>
          <p:nvPr/>
        </p:nvSpPr>
        <p:spPr bwMode="auto">
          <a:xfrm>
            <a:off x="501015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(4,3)</a:t>
            </a:r>
          </a:p>
        </p:txBody>
      </p:sp>
      <p:sp>
        <p:nvSpPr>
          <p:cNvPr id="22533" name="TextBox 6">
            <a:extLst>
              <a:ext uri="{FF2B5EF4-FFF2-40B4-BE49-F238E27FC236}">
                <a16:creationId xmlns:a16="http://schemas.microsoft.com/office/drawing/2014/main" xmlns="" id="{1A027D95-13BB-4617-8172-B957DCFA1009}"/>
              </a:ext>
            </a:extLst>
          </p:cNvPr>
          <p:cNvSpPr txBox="1">
            <a:spLocks noChangeArrowheads="1"/>
          </p:cNvSpPr>
          <p:nvPr/>
        </p:nvSpPr>
        <p:spPr bwMode="auto">
          <a:xfrm>
            <a:off x="152400" y="46482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2534" name="TextBox 7">
            <a:extLst>
              <a:ext uri="{FF2B5EF4-FFF2-40B4-BE49-F238E27FC236}">
                <a16:creationId xmlns:a16="http://schemas.microsoft.com/office/drawing/2014/main" xmlns="" id="{FCF5CBEC-2B63-49D7-8678-C0DD8F327E69}"/>
              </a:ext>
            </a:extLst>
          </p:cNvPr>
          <p:cNvSpPr txBox="1">
            <a:spLocks noChangeArrowheads="1"/>
          </p:cNvSpPr>
          <p:nvPr/>
        </p:nvSpPr>
        <p:spPr bwMode="auto">
          <a:xfrm>
            <a:off x="60960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(1,3)</a:t>
            </a:r>
          </a:p>
        </p:txBody>
      </p:sp>
      <p:sp>
        <p:nvSpPr>
          <p:cNvPr id="22535" name="TextBox 8">
            <a:extLst>
              <a:ext uri="{FF2B5EF4-FFF2-40B4-BE49-F238E27FC236}">
                <a16:creationId xmlns:a16="http://schemas.microsoft.com/office/drawing/2014/main" xmlns="" id="{FC6E3DCF-5C51-4372-99A1-7CAED63A15DE}"/>
              </a:ext>
            </a:extLst>
          </p:cNvPr>
          <p:cNvSpPr txBox="1">
            <a:spLocks noChangeArrowheads="1"/>
          </p:cNvSpPr>
          <p:nvPr/>
        </p:nvSpPr>
        <p:spPr bwMode="auto">
          <a:xfrm>
            <a:off x="203835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2536" name="TextBox 9">
            <a:extLst>
              <a:ext uri="{FF2B5EF4-FFF2-40B4-BE49-F238E27FC236}">
                <a16:creationId xmlns:a16="http://schemas.microsoft.com/office/drawing/2014/main" xmlns="" id="{AD393820-1EBB-4679-9050-BA416EE0FE98}"/>
              </a:ext>
            </a:extLst>
          </p:cNvPr>
          <p:cNvSpPr txBox="1">
            <a:spLocks noChangeArrowheads="1"/>
          </p:cNvSpPr>
          <p:nvPr/>
        </p:nvSpPr>
        <p:spPr bwMode="auto">
          <a:xfrm>
            <a:off x="3657600" y="41878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2537" name="TextBox 10">
            <a:extLst>
              <a:ext uri="{FF2B5EF4-FFF2-40B4-BE49-F238E27FC236}">
                <a16:creationId xmlns:a16="http://schemas.microsoft.com/office/drawing/2014/main" xmlns="" id="{84A063BA-ADAB-4E12-B639-E5683B6CB4F9}"/>
              </a:ext>
            </a:extLst>
          </p:cNvPr>
          <p:cNvSpPr txBox="1">
            <a:spLocks noChangeArrowheads="1"/>
          </p:cNvSpPr>
          <p:nvPr/>
        </p:nvSpPr>
        <p:spPr bwMode="auto">
          <a:xfrm>
            <a:off x="365760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(1,0)</a:t>
            </a:r>
          </a:p>
        </p:txBody>
      </p:sp>
      <p:sp>
        <p:nvSpPr>
          <p:cNvPr id="22538" name="TextBox 11">
            <a:extLst>
              <a:ext uri="{FF2B5EF4-FFF2-40B4-BE49-F238E27FC236}">
                <a16:creationId xmlns:a16="http://schemas.microsoft.com/office/drawing/2014/main" xmlns="" id="{E0864A68-265B-416D-BA52-9AB3BFB3147A}"/>
              </a:ext>
            </a:extLst>
          </p:cNvPr>
          <p:cNvSpPr txBox="1">
            <a:spLocks noChangeArrowheads="1"/>
          </p:cNvSpPr>
          <p:nvPr/>
        </p:nvSpPr>
        <p:spPr bwMode="auto">
          <a:xfrm>
            <a:off x="485775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(0,3)</a:t>
            </a:r>
          </a:p>
        </p:txBody>
      </p:sp>
      <p:sp>
        <p:nvSpPr>
          <p:cNvPr id="22539" name="TextBox 12">
            <a:extLst>
              <a:ext uri="{FF2B5EF4-FFF2-40B4-BE49-F238E27FC236}">
                <a16:creationId xmlns:a16="http://schemas.microsoft.com/office/drawing/2014/main" xmlns="" id="{88B8DBFC-365C-4FAB-A058-4EC0239390D8}"/>
              </a:ext>
            </a:extLst>
          </p:cNvPr>
          <p:cNvSpPr txBox="1">
            <a:spLocks noChangeArrowheads="1"/>
          </p:cNvSpPr>
          <p:nvPr/>
        </p:nvSpPr>
        <p:spPr bwMode="auto">
          <a:xfrm>
            <a:off x="5543550" y="4873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2540" name="TextBox 13">
            <a:extLst>
              <a:ext uri="{FF2B5EF4-FFF2-40B4-BE49-F238E27FC236}">
                <a16:creationId xmlns:a16="http://schemas.microsoft.com/office/drawing/2014/main" xmlns="" id="{6793F287-A6F9-406E-A72F-13CB137A5046}"/>
              </a:ext>
            </a:extLst>
          </p:cNvPr>
          <p:cNvSpPr txBox="1">
            <a:spLocks noChangeArrowheads="1"/>
          </p:cNvSpPr>
          <p:nvPr/>
        </p:nvSpPr>
        <p:spPr bwMode="auto">
          <a:xfrm>
            <a:off x="990600" y="20542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(7,3)</a:t>
            </a:r>
          </a:p>
        </p:txBody>
      </p:sp>
      <p:graphicFrame>
        <p:nvGraphicFramePr>
          <p:cNvPr id="22541" name="Object 54">
            <a:extLst>
              <a:ext uri="{FF2B5EF4-FFF2-40B4-BE49-F238E27FC236}">
                <a16:creationId xmlns:a16="http://schemas.microsoft.com/office/drawing/2014/main" xmlns="" id="{45BBD209-1575-4B4B-B463-8298FA9F4640}"/>
              </a:ext>
            </a:extLst>
          </p:cNvPr>
          <p:cNvGraphicFramePr>
            <a:graphicFrameLocks noGrp="1" noChangeAspect="1"/>
          </p:cNvGraphicFramePr>
          <p:nvPr>
            <p:ph sz="half" idx="1"/>
          </p:nvPr>
        </p:nvGraphicFramePr>
        <p:xfrm>
          <a:off x="6019800" y="914400"/>
          <a:ext cx="2979738" cy="3276600"/>
        </p:xfrm>
        <a:graphic>
          <a:graphicData uri="http://schemas.openxmlformats.org/presentationml/2006/ole">
            <p:oleObj spid="_x0000_s22692" name="Document" r:id="rId4" imgW="5517727" imgH="6068827" progId="Word.Document.8">
              <p:embed/>
            </p:oleObj>
          </a:graphicData>
        </a:graphic>
      </p:graphicFrame>
      <p:sp>
        <p:nvSpPr>
          <p:cNvPr id="15" name="Rectangle 14">
            <a:extLst>
              <a:ext uri="{FF2B5EF4-FFF2-40B4-BE49-F238E27FC236}">
                <a16:creationId xmlns:a16="http://schemas.microsoft.com/office/drawing/2014/main" xmlns="" id="{1E771483-6CE4-4CEB-A86C-E7D2EEA66451}"/>
              </a:ext>
            </a:extLst>
          </p:cNvPr>
          <p:cNvSpPr/>
          <p:nvPr/>
        </p:nvSpPr>
        <p:spPr bwMode="auto">
          <a:xfrm>
            <a:off x="3200400" y="4330700"/>
            <a:ext cx="3276600" cy="1917700"/>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6" name="Rectangle 15">
            <a:extLst>
              <a:ext uri="{FF2B5EF4-FFF2-40B4-BE49-F238E27FC236}">
                <a16:creationId xmlns:a16="http://schemas.microsoft.com/office/drawing/2014/main" xmlns="" id="{C0149DD4-B013-4F2C-9D72-C7D3A4519918}"/>
              </a:ext>
            </a:extLst>
          </p:cNvPr>
          <p:cNvSpPr/>
          <p:nvPr/>
        </p:nvSpPr>
        <p:spPr bwMode="auto">
          <a:xfrm>
            <a:off x="3048000" y="2919413"/>
            <a:ext cx="2816225" cy="1728787"/>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7" name="Rectangle 16">
            <a:extLst>
              <a:ext uri="{FF2B5EF4-FFF2-40B4-BE49-F238E27FC236}">
                <a16:creationId xmlns:a16="http://schemas.microsoft.com/office/drawing/2014/main" xmlns="" id="{FEF897B5-E60B-4B59-BB49-F61A90760B3B}"/>
              </a:ext>
            </a:extLst>
          </p:cNvPr>
          <p:cNvSpPr/>
          <p:nvPr/>
        </p:nvSpPr>
        <p:spPr bwMode="auto">
          <a:xfrm>
            <a:off x="57150" y="3476625"/>
            <a:ext cx="2816225" cy="2771775"/>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8" name="Rectangle 17">
            <a:extLst>
              <a:ext uri="{FF2B5EF4-FFF2-40B4-BE49-F238E27FC236}">
                <a16:creationId xmlns:a16="http://schemas.microsoft.com/office/drawing/2014/main" xmlns="" id="{1A65CFA4-067B-47E8-82B0-D9A71C73AD35}"/>
              </a:ext>
            </a:extLst>
          </p:cNvPr>
          <p:cNvSpPr/>
          <p:nvPr/>
        </p:nvSpPr>
        <p:spPr bwMode="auto">
          <a:xfrm>
            <a:off x="3198813" y="1104900"/>
            <a:ext cx="2816225" cy="2771775"/>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 name="Date Placeholder 1">
            <a:extLst>
              <a:ext uri="{FF2B5EF4-FFF2-40B4-BE49-F238E27FC236}">
                <a16:creationId xmlns:a16="http://schemas.microsoft.com/office/drawing/2014/main" xmlns="" id="{73822C72-C6F6-493E-8BED-D3197F38F740}"/>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281EAC59-8C84-4C0F-B5E1-67D3580D39F2}"/>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3E9D91FD-F089-4F90-8808-442FC880F92C}"/>
              </a:ext>
            </a:extLst>
          </p:cNvPr>
          <p:cNvSpPr>
            <a:spLocks noGrp="1"/>
          </p:cNvSpPr>
          <p:nvPr>
            <p:ph type="sldNum" sz="quarter" idx="12"/>
          </p:nvPr>
        </p:nvSpPr>
        <p:spPr/>
        <p:txBody>
          <a:bodyPr/>
          <a:lstStyle/>
          <a:p>
            <a:pPr>
              <a:defRPr/>
            </a:pPr>
            <a:fld id="{D1DB371F-FCEB-4D85-9DBB-4D3DE055E792}"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xmlns="" id="{E675B67F-EC35-4BBB-BE3C-DAF4815AAC2E}"/>
              </a:ext>
            </a:extLst>
          </p:cNvPr>
          <p:cNvSpPr>
            <a:spLocks noGrp="1" noChangeArrowheads="1"/>
          </p:cNvSpPr>
          <p:nvPr>
            <p:ph type="title"/>
          </p:nvPr>
        </p:nvSpPr>
        <p:spPr/>
        <p:txBody>
          <a:bodyPr/>
          <a:lstStyle/>
          <a:p>
            <a:r>
              <a:rPr lang="en-US" altLang="en-US">
                <a:ea typeface="ＭＳ Ｐゴシック" panose="020B0600070205080204" pitchFamily="34" charset="-128"/>
              </a:rPr>
              <a:t>Hunt’s Algorithm</a:t>
            </a:r>
          </a:p>
        </p:txBody>
      </p:sp>
      <p:graphicFrame>
        <p:nvGraphicFramePr>
          <p:cNvPr id="23554" name="Object 56">
            <a:extLst>
              <a:ext uri="{FF2B5EF4-FFF2-40B4-BE49-F238E27FC236}">
                <a16:creationId xmlns:a16="http://schemas.microsoft.com/office/drawing/2014/main" xmlns="" id="{11D6679B-25A3-4A43-90FE-206623FDB01B}"/>
              </a:ext>
            </a:extLst>
          </p:cNvPr>
          <p:cNvGraphicFramePr>
            <a:graphicFrameLocks noGrp="1" noChangeAspect="1"/>
          </p:cNvGraphicFramePr>
          <p:nvPr>
            <p:ph sz="half" idx="2"/>
          </p:nvPr>
        </p:nvGraphicFramePr>
        <p:xfrm>
          <a:off x="76200" y="1174750"/>
          <a:ext cx="6324600" cy="5073650"/>
        </p:xfrm>
        <a:graphic>
          <a:graphicData uri="http://schemas.openxmlformats.org/presentationml/2006/ole">
            <p:oleObj spid="_x0000_s23714" name="Visio" r:id="rId3" imgW="8190179" imgH="6570560" progId="">
              <p:embed/>
            </p:oleObj>
          </a:graphicData>
        </a:graphic>
      </p:graphicFrame>
      <p:sp>
        <p:nvSpPr>
          <p:cNvPr id="23555" name="TextBox 1">
            <a:extLst>
              <a:ext uri="{FF2B5EF4-FFF2-40B4-BE49-F238E27FC236}">
                <a16:creationId xmlns:a16="http://schemas.microsoft.com/office/drawing/2014/main" xmlns="" id="{5DF4CC05-588E-4FF4-BE61-A294B8EAC9A9}"/>
              </a:ext>
            </a:extLst>
          </p:cNvPr>
          <p:cNvSpPr txBox="1">
            <a:spLocks noChangeArrowheads="1"/>
          </p:cNvSpPr>
          <p:nvPr/>
        </p:nvSpPr>
        <p:spPr bwMode="auto">
          <a:xfrm>
            <a:off x="373380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3556" name="TextBox 5">
            <a:extLst>
              <a:ext uri="{FF2B5EF4-FFF2-40B4-BE49-F238E27FC236}">
                <a16:creationId xmlns:a16="http://schemas.microsoft.com/office/drawing/2014/main" xmlns="" id="{80EED559-871C-48F1-A1A2-D026924355E4}"/>
              </a:ext>
            </a:extLst>
          </p:cNvPr>
          <p:cNvSpPr txBox="1">
            <a:spLocks noChangeArrowheads="1"/>
          </p:cNvSpPr>
          <p:nvPr/>
        </p:nvSpPr>
        <p:spPr bwMode="auto">
          <a:xfrm>
            <a:off x="501015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(4,3)</a:t>
            </a:r>
          </a:p>
        </p:txBody>
      </p:sp>
      <p:sp>
        <p:nvSpPr>
          <p:cNvPr id="23557" name="TextBox 6">
            <a:extLst>
              <a:ext uri="{FF2B5EF4-FFF2-40B4-BE49-F238E27FC236}">
                <a16:creationId xmlns:a16="http://schemas.microsoft.com/office/drawing/2014/main" xmlns="" id="{49B8F759-27C1-4D21-9084-6CCD8EC82A62}"/>
              </a:ext>
            </a:extLst>
          </p:cNvPr>
          <p:cNvSpPr txBox="1">
            <a:spLocks noChangeArrowheads="1"/>
          </p:cNvSpPr>
          <p:nvPr/>
        </p:nvSpPr>
        <p:spPr bwMode="auto">
          <a:xfrm>
            <a:off x="152400" y="46482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3558" name="TextBox 7">
            <a:extLst>
              <a:ext uri="{FF2B5EF4-FFF2-40B4-BE49-F238E27FC236}">
                <a16:creationId xmlns:a16="http://schemas.microsoft.com/office/drawing/2014/main" xmlns="" id="{32C83207-C0FA-4754-A515-DC9A8D8E228A}"/>
              </a:ext>
            </a:extLst>
          </p:cNvPr>
          <p:cNvSpPr txBox="1">
            <a:spLocks noChangeArrowheads="1"/>
          </p:cNvSpPr>
          <p:nvPr/>
        </p:nvSpPr>
        <p:spPr bwMode="auto">
          <a:xfrm>
            <a:off x="60960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(1,3)</a:t>
            </a:r>
          </a:p>
        </p:txBody>
      </p:sp>
      <p:sp>
        <p:nvSpPr>
          <p:cNvPr id="23559" name="TextBox 8">
            <a:extLst>
              <a:ext uri="{FF2B5EF4-FFF2-40B4-BE49-F238E27FC236}">
                <a16:creationId xmlns:a16="http://schemas.microsoft.com/office/drawing/2014/main" xmlns="" id="{08FC3801-30B8-41E6-8FFB-2F264D34AAFA}"/>
              </a:ext>
            </a:extLst>
          </p:cNvPr>
          <p:cNvSpPr txBox="1">
            <a:spLocks noChangeArrowheads="1"/>
          </p:cNvSpPr>
          <p:nvPr/>
        </p:nvSpPr>
        <p:spPr bwMode="auto">
          <a:xfrm>
            <a:off x="203835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3560" name="TextBox 9">
            <a:extLst>
              <a:ext uri="{FF2B5EF4-FFF2-40B4-BE49-F238E27FC236}">
                <a16:creationId xmlns:a16="http://schemas.microsoft.com/office/drawing/2014/main" xmlns="" id="{DBF9BB1C-1C86-494A-8509-550642DE75B7}"/>
              </a:ext>
            </a:extLst>
          </p:cNvPr>
          <p:cNvSpPr txBox="1">
            <a:spLocks noChangeArrowheads="1"/>
          </p:cNvSpPr>
          <p:nvPr/>
        </p:nvSpPr>
        <p:spPr bwMode="auto">
          <a:xfrm>
            <a:off x="3657600" y="41878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3561" name="TextBox 10">
            <a:extLst>
              <a:ext uri="{FF2B5EF4-FFF2-40B4-BE49-F238E27FC236}">
                <a16:creationId xmlns:a16="http://schemas.microsoft.com/office/drawing/2014/main" xmlns="" id="{AA45C6D3-8D35-4B48-8D7B-7C63A15ADBE6}"/>
              </a:ext>
            </a:extLst>
          </p:cNvPr>
          <p:cNvSpPr txBox="1">
            <a:spLocks noChangeArrowheads="1"/>
          </p:cNvSpPr>
          <p:nvPr/>
        </p:nvSpPr>
        <p:spPr bwMode="auto">
          <a:xfrm>
            <a:off x="365760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(1,0)</a:t>
            </a:r>
          </a:p>
        </p:txBody>
      </p:sp>
      <p:sp>
        <p:nvSpPr>
          <p:cNvPr id="23562" name="TextBox 11">
            <a:extLst>
              <a:ext uri="{FF2B5EF4-FFF2-40B4-BE49-F238E27FC236}">
                <a16:creationId xmlns:a16="http://schemas.microsoft.com/office/drawing/2014/main" xmlns="" id="{51B47AB5-430D-4054-9B14-40D0C8FA2E7C}"/>
              </a:ext>
            </a:extLst>
          </p:cNvPr>
          <p:cNvSpPr txBox="1">
            <a:spLocks noChangeArrowheads="1"/>
          </p:cNvSpPr>
          <p:nvPr/>
        </p:nvSpPr>
        <p:spPr bwMode="auto">
          <a:xfrm>
            <a:off x="485775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(0,3)</a:t>
            </a:r>
          </a:p>
        </p:txBody>
      </p:sp>
      <p:sp>
        <p:nvSpPr>
          <p:cNvPr id="23563" name="TextBox 12">
            <a:extLst>
              <a:ext uri="{FF2B5EF4-FFF2-40B4-BE49-F238E27FC236}">
                <a16:creationId xmlns:a16="http://schemas.microsoft.com/office/drawing/2014/main" xmlns="" id="{7DF9D8C9-4706-4913-880F-78C692D7C38A}"/>
              </a:ext>
            </a:extLst>
          </p:cNvPr>
          <p:cNvSpPr txBox="1">
            <a:spLocks noChangeArrowheads="1"/>
          </p:cNvSpPr>
          <p:nvPr/>
        </p:nvSpPr>
        <p:spPr bwMode="auto">
          <a:xfrm>
            <a:off x="5543550" y="4873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3564" name="TextBox 13">
            <a:extLst>
              <a:ext uri="{FF2B5EF4-FFF2-40B4-BE49-F238E27FC236}">
                <a16:creationId xmlns:a16="http://schemas.microsoft.com/office/drawing/2014/main" xmlns="" id="{DB5537AA-0DC4-43A4-B6D9-679276C03819}"/>
              </a:ext>
            </a:extLst>
          </p:cNvPr>
          <p:cNvSpPr txBox="1">
            <a:spLocks noChangeArrowheads="1"/>
          </p:cNvSpPr>
          <p:nvPr/>
        </p:nvSpPr>
        <p:spPr bwMode="auto">
          <a:xfrm>
            <a:off x="990600" y="20542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(7,3)</a:t>
            </a:r>
          </a:p>
        </p:txBody>
      </p:sp>
      <p:graphicFrame>
        <p:nvGraphicFramePr>
          <p:cNvPr id="23565" name="Object 54">
            <a:extLst>
              <a:ext uri="{FF2B5EF4-FFF2-40B4-BE49-F238E27FC236}">
                <a16:creationId xmlns:a16="http://schemas.microsoft.com/office/drawing/2014/main" xmlns="" id="{6E742D5B-5187-460D-9728-9BAAEA676A43}"/>
              </a:ext>
            </a:extLst>
          </p:cNvPr>
          <p:cNvGraphicFramePr>
            <a:graphicFrameLocks noGrp="1" noChangeAspect="1"/>
          </p:cNvGraphicFramePr>
          <p:nvPr>
            <p:ph sz="half" idx="1"/>
          </p:nvPr>
        </p:nvGraphicFramePr>
        <p:xfrm>
          <a:off x="6019800" y="914400"/>
          <a:ext cx="2979738" cy="3276600"/>
        </p:xfrm>
        <a:graphic>
          <a:graphicData uri="http://schemas.openxmlformats.org/presentationml/2006/ole">
            <p:oleObj spid="_x0000_s23715" name="Document" r:id="rId4" imgW="5517727" imgH="6068827" progId="Word.Document.8">
              <p:embed/>
            </p:oleObj>
          </a:graphicData>
        </a:graphic>
      </p:graphicFrame>
      <p:sp>
        <p:nvSpPr>
          <p:cNvPr id="15" name="Rectangle 14">
            <a:extLst>
              <a:ext uri="{FF2B5EF4-FFF2-40B4-BE49-F238E27FC236}">
                <a16:creationId xmlns:a16="http://schemas.microsoft.com/office/drawing/2014/main" xmlns="" id="{4CEED446-D9A0-4F47-9C3A-6DE1D8A40443}"/>
              </a:ext>
            </a:extLst>
          </p:cNvPr>
          <p:cNvSpPr/>
          <p:nvPr/>
        </p:nvSpPr>
        <p:spPr bwMode="auto">
          <a:xfrm>
            <a:off x="3200400" y="4330700"/>
            <a:ext cx="3276600" cy="1917700"/>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6" name="Rectangle 15">
            <a:extLst>
              <a:ext uri="{FF2B5EF4-FFF2-40B4-BE49-F238E27FC236}">
                <a16:creationId xmlns:a16="http://schemas.microsoft.com/office/drawing/2014/main" xmlns="" id="{3F94CFC8-92F4-47C5-AD82-CCC512C4AC8A}"/>
              </a:ext>
            </a:extLst>
          </p:cNvPr>
          <p:cNvSpPr/>
          <p:nvPr/>
        </p:nvSpPr>
        <p:spPr bwMode="auto">
          <a:xfrm>
            <a:off x="3048000" y="2919413"/>
            <a:ext cx="2816225" cy="1728787"/>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7" name="Rectangle 16">
            <a:extLst>
              <a:ext uri="{FF2B5EF4-FFF2-40B4-BE49-F238E27FC236}">
                <a16:creationId xmlns:a16="http://schemas.microsoft.com/office/drawing/2014/main" xmlns="" id="{E7A5C920-FA68-49A6-BD72-B445967CA763}"/>
              </a:ext>
            </a:extLst>
          </p:cNvPr>
          <p:cNvSpPr/>
          <p:nvPr/>
        </p:nvSpPr>
        <p:spPr bwMode="auto">
          <a:xfrm>
            <a:off x="57150" y="3476625"/>
            <a:ext cx="2816225" cy="2771775"/>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 name="Date Placeholder 1">
            <a:extLst>
              <a:ext uri="{FF2B5EF4-FFF2-40B4-BE49-F238E27FC236}">
                <a16:creationId xmlns:a16="http://schemas.microsoft.com/office/drawing/2014/main" xmlns="" id="{B0D00080-F728-4A0B-B7BE-9FA7958A6FD0}"/>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FBA5ED7D-35A5-46AE-B8A8-E10567969730}"/>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E446C587-BD81-4F5D-91D3-3848376876D5}"/>
              </a:ext>
            </a:extLst>
          </p:cNvPr>
          <p:cNvSpPr>
            <a:spLocks noGrp="1"/>
          </p:cNvSpPr>
          <p:nvPr>
            <p:ph type="sldNum" sz="quarter" idx="12"/>
          </p:nvPr>
        </p:nvSpPr>
        <p:spPr/>
        <p:txBody>
          <a:bodyPr/>
          <a:lstStyle/>
          <a:p>
            <a:pPr>
              <a:defRPr/>
            </a:pPr>
            <a:fld id="{A2DF53F7-FF8C-43D3-84DB-83CC87EF03F4}"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xmlns="" id="{BAEA07A2-CA67-4A32-A09B-034A89771257}"/>
              </a:ext>
            </a:extLst>
          </p:cNvPr>
          <p:cNvSpPr>
            <a:spLocks noGrp="1" noChangeArrowheads="1"/>
          </p:cNvSpPr>
          <p:nvPr>
            <p:ph type="title"/>
          </p:nvPr>
        </p:nvSpPr>
        <p:spPr/>
        <p:txBody>
          <a:bodyPr/>
          <a:lstStyle/>
          <a:p>
            <a:r>
              <a:rPr lang="en-US" altLang="en-US">
                <a:ea typeface="ＭＳ Ｐゴシック" panose="020B0600070205080204" pitchFamily="34" charset="-128"/>
              </a:rPr>
              <a:t>Hunt’s Algorithm</a:t>
            </a:r>
          </a:p>
        </p:txBody>
      </p:sp>
      <p:graphicFrame>
        <p:nvGraphicFramePr>
          <p:cNvPr id="24578" name="Object 56">
            <a:extLst>
              <a:ext uri="{FF2B5EF4-FFF2-40B4-BE49-F238E27FC236}">
                <a16:creationId xmlns:a16="http://schemas.microsoft.com/office/drawing/2014/main" xmlns="" id="{C9FBFF79-E83C-48ED-A124-1D35F2126583}"/>
              </a:ext>
            </a:extLst>
          </p:cNvPr>
          <p:cNvGraphicFramePr>
            <a:graphicFrameLocks noGrp="1" noChangeAspect="1"/>
          </p:cNvGraphicFramePr>
          <p:nvPr>
            <p:ph sz="half" idx="2"/>
          </p:nvPr>
        </p:nvGraphicFramePr>
        <p:xfrm>
          <a:off x="76200" y="1174750"/>
          <a:ext cx="6324600" cy="5073650"/>
        </p:xfrm>
        <a:graphic>
          <a:graphicData uri="http://schemas.openxmlformats.org/presentationml/2006/ole">
            <p:oleObj spid="_x0000_s24737" name="Visio" r:id="rId3" imgW="8190179" imgH="6570560" progId="">
              <p:embed/>
            </p:oleObj>
          </a:graphicData>
        </a:graphic>
      </p:graphicFrame>
      <p:sp>
        <p:nvSpPr>
          <p:cNvPr id="24579" name="TextBox 1">
            <a:extLst>
              <a:ext uri="{FF2B5EF4-FFF2-40B4-BE49-F238E27FC236}">
                <a16:creationId xmlns:a16="http://schemas.microsoft.com/office/drawing/2014/main" xmlns="" id="{C7ED59C7-718E-4D24-8711-2AE56EE500B2}"/>
              </a:ext>
            </a:extLst>
          </p:cNvPr>
          <p:cNvSpPr txBox="1">
            <a:spLocks noChangeArrowheads="1"/>
          </p:cNvSpPr>
          <p:nvPr/>
        </p:nvSpPr>
        <p:spPr bwMode="auto">
          <a:xfrm>
            <a:off x="373380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4580" name="TextBox 5">
            <a:extLst>
              <a:ext uri="{FF2B5EF4-FFF2-40B4-BE49-F238E27FC236}">
                <a16:creationId xmlns:a16="http://schemas.microsoft.com/office/drawing/2014/main" xmlns="" id="{B5F6F829-8ACD-44F8-A5C2-2B6C46E6855F}"/>
              </a:ext>
            </a:extLst>
          </p:cNvPr>
          <p:cNvSpPr txBox="1">
            <a:spLocks noChangeArrowheads="1"/>
          </p:cNvSpPr>
          <p:nvPr/>
        </p:nvSpPr>
        <p:spPr bwMode="auto">
          <a:xfrm>
            <a:off x="501015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(4,3)</a:t>
            </a:r>
          </a:p>
        </p:txBody>
      </p:sp>
      <p:sp>
        <p:nvSpPr>
          <p:cNvPr id="24581" name="TextBox 6">
            <a:extLst>
              <a:ext uri="{FF2B5EF4-FFF2-40B4-BE49-F238E27FC236}">
                <a16:creationId xmlns:a16="http://schemas.microsoft.com/office/drawing/2014/main" xmlns="" id="{EC16800E-7AA7-414E-917D-85968FA7942A}"/>
              </a:ext>
            </a:extLst>
          </p:cNvPr>
          <p:cNvSpPr txBox="1">
            <a:spLocks noChangeArrowheads="1"/>
          </p:cNvSpPr>
          <p:nvPr/>
        </p:nvSpPr>
        <p:spPr bwMode="auto">
          <a:xfrm>
            <a:off x="152400" y="46482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4582" name="TextBox 7">
            <a:extLst>
              <a:ext uri="{FF2B5EF4-FFF2-40B4-BE49-F238E27FC236}">
                <a16:creationId xmlns:a16="http://schemas.microsoft.com/office/drawing/2014/main" xmlns="" id="{F2A76673-BF1E-43C9-823E-28C07A6A1E03}"/>
              </a:ext>
            </a:extLst>
          </p:cNvPr>
          <p:cNvSpPr txBox="1">
            <a:spLocks noChangeArrowheads="1"/>
          </p:cNvSpPr>
          <p:nvPr/>
        </p:nvSpPr>
        <p:spPr bwMode="auto">
          <a:xfrm>
            <a:off x="60960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(1,3)</a:t>
            </a:r>
          </a:p>
        </p:txBody>
      </p:sp>
      <p:sp>
        <p:nvSpPr>
          <p:cNvPr id="24583" name="TextBox 8">
            <a:extLst>
              <a:ext uri="{FF2B5EF4-FFF2-40B4-BE49-F238E27FC236}">
                <a16:creationId xmlns:a16="http://schemas.microsoft.com/office/drawing/2014/main" xmlns="" id="{1F129BBA-69BA-4517-83CE-594C0F6AD39A}"/>
              </a:ext>
            </a:extLst>
          </p:cNvPr>
          <p:cNvSpPr txBox="1">
            <a:spLocks noChangeArrowheads="1"/>
          </p:cNvSpPr>
          <p:nvPr/>
        </p:nvSpPr>
        <p:spPr bwMode="auto">
          <a:xfrm>
            <a:off x="203835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4584" name="TextBox 9">
            <a:extLst>
              <a:ext uri="{FF2B5EF4-FFF2-40B4-BE49-F238E27FC236}">
                <a16:creationId xmlns:a16="http://schemas.microsoft.com/office/drawing/2014/main" xmlns="" id="{E6BBB9E8-E8D8-442F-8400-100DBC7A42E0}"/>
              </a:ext>
            </a:extLst>
          </p:cNvPr>
          <p:cNvSpPr txBox="1">
            <a:spLocks noChangeArrowheads="1"/>
          </p:cNvSpPr>
          <p:nvPr/>
        </p:nvSpPr>
        <p:spPr bwMode="auto">
          <a:xfrm>
            <a:off x="3657600" y="41878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4585" name="TextBox 10">
            <a:extLst>
              <a:ext uri="{FF2B5EF4-FFF2-40B4-BE49-F238E27FC236}">
                <a16:creationId xmlns:a16="http://schemas.microsoft.com/office/drawing/2014/main" xmlns="" id="{FDD1860B-5F49-4C0A-B3C3-EADE3037EC2C}"/>
              </a:ext>
            </a:extLst>
          </p:cNvPr>
          <p:cNvSpPr txBox="1">
            <a:spLocks noChangeArrowheads="1"/>
          </p:cNvSpPr>
          <p:nvPr/>
        </p:nvSpPr>
        <p:spPr bwMode="auto">
          <a:xfrm>
            <a:off x="365760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(1,0)</a:t>
            </a:r>
          </a:p>
        </p:txBody>
      </p:sp>
      <p:sp>
        <p:nvSpPr>
          <p:cNvPr id="24586" name="TextBox 11">
            <a:extLst>
              <a:ext uri="{FF2B5EF4-FFF2-40B4-BE49-F238E27FC236}">
                <a16:creationId xmlns:a16="http://schemas.microsoft.com/office/drawing/2014/main" xmlns="" id="{E09500AE-F8A4-4EC0-BEB1-A7873FF66F39}"/>
              </a:ext>
            </a:extLst>
          </p:cNvPr>
          <p:cNvSpPr txBox="1">
            <a:spLocks noChangeArrowheads="1"/>
          </p:cNvSpPr>
          <p:nvPr/>
        </p:nvSpPr>
        <p:spPr bwMode="auto">
          <a:xfrm>
            <a:off x="485775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(0,3)</a:t>
            </a:r>
          </a:p>
        </p:txBody>
      </p:sp>
      <p:sp>
        <p:nvSpPr>
          <p:cNvPr id="24587" name="TextBox 12">
            <a:extLst>
              <a:ext uri="{FF2B5EF4-FFF2-40B4-BE49-F238E27FC236}">
                <a16:creationId xmlns:a16="http://schemas.microsoft.com/office/drawing/2014/main" xmlns="" id="{68C87926-2A2A-483F-BA21-4603D75B9D74}"/>
              </a:ext>
            </a:extLst>
          </p:cNvPr>
          <p:cNvSpPr txBox="1">
            <a:spLocks noChangeArrowheads="1"/>
          </p:cNvSpPr>
          <p:nvPr/>
        </p:nvSpPr>
        <p:spPr bwMode="auto">
          <a:xfrm>
            <a:off x="5543550" y="4873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4588" name="TextBox 13">
            <a:extLst>
              <a:ext uri="{FF2B5EF4-FFF2-40B4-BE49-F238E27FC236}">
                <a16:creationId xmlns:a16="http://schemas.microsoft.com/office/drawing/2014/main" xmlns="" id="{D499C468-37A6-4E69-A27A-D271A47FEA9D}"/>
              </a:ext>
            </a:extLst>
          </p:cNvPr>
          <p:cNvSpPr txBox="1">
            <a:spLocks noChangeArrowheads="1"/>
          </p:cNvSpPr>
          <p:nvPr/>
        </p:nvSpPr>
        <p:spPr bwMode="auto">
          <a:xfrm>
            <a:off x="990600" y="20542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(7,3)</a:t>
            </a:r>
          </a:p>
        </p:txBody>
      </p:sp>
      <p:graphicFrame>
        <p:nvGraphicFramePr>
          <p:cNvPr id="24589" name="Object 54">
            <a:extLst>
              <a:ext uri="{FF2B5EF4-FFF2-40B4-BE49-F238E27FC236}">
                <a16:creationId xmlns:a16="http://schemas.microsoft.com/office/drawing/2014/main" xmlns="" id="{8850E977-9B7A-4E8D-8EE4-87995642ED57}"/>
              </a:ext>
            </a:extLst>
          </p:cNvPr>
          <p:cNvGraphicFramePr>
            <a:graphicFrameLocks noGrp="1" noChangeAspect="1"/>
          </p:cNvGraphicFramePr>
          <p:nvPr>
            <p:ph sz="half" idx="1"/>
          </p:nvPr>
        </p:nvGraphicFramePr>
        <p:xfrm>
          <a:off x="6019800" y="914400"/>
          <a:ext cx="2979738" cy="3276600"/>
        </p:xfrm>
        <a:graphic>
          <a:graphicData uri="http://schemas.openxmlformats.org/presentationml/2006/ole">
            <p:oleObj spid="_x0000_s24738" name="Document" r:id="rId4" imgW="5517727" imgH="6068827" progId="Word.Document.8">
              <p:embed/>
            </p:oleObj>
          </a:graphicData>
        </a:graphic>
      </p:graphicFrame>
      <p:sp>
        <p:nvSpPr>
          <p:cNvPr id="15" name="Rectangle 14">
            <a:extLst>
              <a:ext uri="{FF2B5EF4-FFF2-40B4-BE49-F238E27FC236}">
                <a16:creationId xmlns:a16="http://schemas.microsoft.com/office/drawing/2014/main" xmlns="" id="{BC4DA0EF-D307-48F4-B158-643E0255A36D}"/>
              </a:ext>
            </a:extLst>
          </p:cNvPr>
          <p:cNvSpPr/>
          <p:nvPr/>
        </p:nvSpPr>
        <p:spPr bwMode="auto">
          <a:xfrm>
            <a:off x="3200400" y="4330700"/>
            <a:ext cx="3276600" cy="1917700"/>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6" name="Rectangle 15">
            <a:extLst>
              <a:ext uri="{FF2B5EF4-FFF2-40B4-BE49-F238E27FC236}">
                <a16:creationId xmlns:a16="http://schemas.microsoft.com/office/drawing/2014/main" xmlns="" id="{90EF287B-E014-4F5C-B97A-7D6D07E76FBE}"/>
              </a:ext>
            </a:extLst>
          </p:cNvPr>
          <p:cNvSpPr/>
          <p:nvPr/>
        </p:nvSpPr>
        <p:spPr bwMode="auto">
          <a:xfrm>
            <a:off x="3048000" y="2919413"/>
            <a:ext cx="2816225" cy="1728787"/>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 name="Date Placeholder 1">
            <a:extLst>
              <a:ext uri="{FF2B5EF4-FFF2-40B4-BE49-F238E27FC236}">
                <a16:creationId xmlns:a16="http://schemas.microsoft.com/office/drawing/2014/main" xmlns="" id="{83E7D35B-C9A3-414B-BD13-7FADBE885DC4}"/>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53452B06-F3FA-4AE9-8B59-4FEF2DA81E3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1E33A4A7-3902-44F7-B2B1-4CED9C5D7B33}"/>
              </a:ext>
            </a:extLst>
          </p:cNvPr>
          <p:cNvSpPr>
            <a:spLocks noGrp="1"/>
          </p:cNvSpPr>
          <p:nvPr>
            <p:ph type="sldNum" sz="quarter" idx="12"/>
          </p:nvPr>
        </p:nvSpPr>
        <p:spPr/>
        <p:txBody>
          <a:bodyPr/>
          <a:lstStyle/>
          <a:p>
            <a:pPr>
              <a:defRPr/>
            </a:pPr>
            <a:fld id="{BC9B7660-E5A7-4E19-9158-548A515C650E}" type="slidenum">
              <a:rPr lang="en-US"/>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xmlns="" id="{9A0CD44C-E1FF-40C2-8837-BBEA984CA7C5}"/>
              </a:ext>
            </a:extLst>
          </p:cNvPr>
          <p:cNvSpPr>
            <a:spLocks noGrp="1" noChangeArrowheads="1"/>
          </p:cNvSpPr>
          <p:nvPr>
            <p:ph type="title"/>
          </p:nvPr>
        </p:nvSpPr>
        <p:spPr/>
        <p:txBody>
          <a:bodyPr/>
          <a:lstStyle/>
          <a:p>
            <a:r>
              <a:rPr lang="en-US" altLang="en-US">
                <a:ea typeface="ＭＳ Ｐゴシック" panose="020B0600070205080204" pitchFamily="34" charset="-128"/>
              </a:rPr>
              <a:t>Hunt’s Algorithm</a:t>
            </a:r>
          </a:p>
        </p:txBody>
      </p:sp>
      <p:graphicFrame>
        <p:nvGraphicFramePr>
          <p:cNvPr id="25602" name="Object 56">
            <a:extLst>
              <a:ext uri="{FF2B5EF4-FFF2-40B4-BE49-F238E27FC236}">
                <a16:creationId xmlns:a16="http://schemas.microsoft.com/office/drawing/2014/main" xmlns="" id="{4246272B-C399-490D-AB97-57B80558B81E}"/>
              </a:ext>
            </a:extLst>
          </p:cNvPr>
          <p:cNvGraphicFramePr>
            <a:graphicFrameLocks noGrp="1" noChangeAspect="1"/>
          </p:cNvGraphicFramePr>
          <p:nvPr>
            <p:ph sz="half" idx="2"/>
          </p:nvPr>
        </p:nvGraphicFramePr>
        <p:xfrm>
          <a:off x="76200" y="1174750"/>
          <a:ext cx="6324600" cy="5073650"/>
        </p:xfrm>
        <a:graphic>
          <a:graphicData uri="http://schemas.openxmlformats.org/presentationml/2006/ole">
            <p:oleObj spid="_x0000_s25759" name="Visio" r:id="rId3" imgW="8190179" imgH="6570560" progId="">
              <p:embed/>
            </p:oleObj>
          </a:graphicData>
        </a:graphic>
      </p:graphicFrame>
      <p:sp>
        <p:nvSpPr>
          <p:cNvPr id="25603" name="TextBox 1">
            <a:extLst>
              <a:ext uri="{FF2B5EF4-FFF2-40B4-BE49-F238E27FC236}">
                <a16:creationId xmlns:a16="http://schemas.microsoft.com/office/drawing/2014/main" xmlns="" id="{A9B0328E-E3D2-4E8C-BDCF-9F410CAB434E}"/>
              </a:ext>
            </a:extLst>
          </p:cNvPr>
          <p:cNvSpPr txBox="1">
            <a:spLocks noChangeArrowheads="1"/>
          </p:cNvSpPr>
          <p:nvPr/>
        </p:nvSpPr>
        <p:spPr bwMode="auto">
          <a:xfrm>
            <a:off x="373380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5604" name="TextBox 5">
            <a:extLst>
              <a:ext uri="{FF2B5EF4-FFF2-40B4-BE49-F238E27FC236}">
                <a16:creationId xmlns:a16="http://schemas.microsoft.com/office/drawing/2014/main" xmlns="" id="{27CDD6FA-5CF2-49F9-AE32-F963958DC074}"/>
              </a:ext>
            </a:extLst>
          </p:cNvPr>
          <p:cNvSpPr txBox="1">
            <a:spLocks noChangeArrowheads="1"/>
          </p:cNvSpPr>
          <p:nvPr/>
        </p:nvSpPr>
        <p:spPr bwMode="auto">
          <a:xfrm>
            <a:off x="5010150" y="22098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(4,3)</a:t>
            </a:r>
          </a:p>
        </p:txBody>
      </p:sp>
      <p:sp>
        <p:nvSpPr>
          <p:cNvPr id="25605" name="TextBox 6">
            <a:extLst>
              <a:ext uri="{FF2B5EF4-FFF2-40B4-BE49-F238E27FC236}">
                <a16:creationId xmlns:a16="http://schemas.microsoft.com/office/drawing/2014/main" xmlns="" id="{EB51C09A-4501-4CFD-88A7-69A3B1E14077}"/>
              </a:ext>
            </a:extLst>
          </p:cNvPr>
          <p:cNvSpPr txBox="1">
            <a:spLocks noChangeArrowheads="1"/>
          </p:cNvSpPr>
          <p:nvPr/>
        </p:nvSpPr>
        <p:spPr bwMode="auto">
          <a:xfrm>
            <a:off x="152400" y="4648200"/>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5606" name="TextBox 7">
            <a:extLst>
              <a:ext uri="{FF2B5EF4-FFF2-40B4-BE49-F238E27FC236}">
                <a16:creationId xmlns:a16="http://schemas.microsoft.com/office/drawing/2014/main" xmlns="" id="{14C876BA-C197-4DAB-92BB-33B7F97A93D5}"/>
              </a:ext>
            </a:extLst>
          </p:cNvPr>
          <p:cNvSpPr txBox="1">
            <a:spLocks noChangeArrowheads="1"/>
          </p:cNvSpPr>
          <p:nvPr/>
        </p:nvSpPr>
        <p:spPr bwMode="auto">
          <a:xfrm>
            <a:off x="60960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(1,3)</a:t>
            </a:r>
          </a:p>
        </p:txBody>
      </p:sp>
      <p:sp>
        <p:nvSpPr>
          <p:cNvPr id="25607" name="TextBox 8">
            <a:extLst>
              <a:ext uri="{FF2B5EF4-FFF2-40B4-BE49-F238E27FC236}">
                <a16:creationId xmlns:a16="http://schemas.microsoft.com/office/drawing/2014/main" xmlns="" id="{800F3BDD-CE05-4B84-859E-BFB8EA784FF1}"/>
              </a:ext>
            </a:extLst>
          </p:cNvPr>
          <p:cNvSpPr txBox="1">
            <a:spLocks noChangeArrowheads="1"/>
          </p:cNvSpPr>
          <p:nvPr/>
        </p:nvSpPr>
        <p:spPr bwMode="auto">
          <a:xfrm>
            <a:off x="2038350" y="54070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5608" name="TextBox 9">
            <a:extLst>
              <a:ext uri="{FF2B5EF4-FFF2-40B4-BE49-F238E27FC236}">
                <a16:creationId xmlns:a16="http://schemas.microsoft.com/office/drawing/2014/main" xmlns="" id="{877D365D-6536-4403-B372-55F28646E5BE}"/>
              </a:ext>
            </a:extLst>
          </p:cNvPr>
          <p:cNvSpPr txBox="1">
            <a:spLocks noChangeArrowheads="1"/>
          </p:cNvSpPr>
          <p:nvPr/>
        </p:nvSpPr>
        <p:spPr bwMode="auto">
          <a:xfrm>
            <a:off x="3657600" y="41878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5609" name="TextBox 10">
            <a:extLst>
              <a:ext uri="{FF2B5EF4-FFF2-40B4-BE49-F238E27FC236}">
                <a16:creationId xmlns:a16="http://schemas.microsoft.com/office/drawing/2014/main" xmlns="" id="{475CDFEE-6AD7-44DC-9D73-17DDBADA70FC}"/>
              </a:ext>
            </a:extLst>
          </p:cNvPr>
          <p:cNvSpPr txBox="1">
            <a:spLocks noChangeArrowheads="1"/>
          </p:cNvSpPr>
          <p:nvPr/>
        </p:nvSpPr>
        <p:spPr bwMode="auto">
          <a:xfrm>
            <a:off x="365760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(1,0)</a:t>
            </a:r>
          </a:p>
        </p:txBody>
      </p:sp>
      <p:sp>
        <p:nvSpPr>
          <p:cNvPr id="25610" name="TextBox 11">
            <a:extLst>
              <a:ext uri="{FF2B5EF4-FFF2-40B4-BE49-F238E27FC236}">
                <a16:creationId xmlns:a16="http://schemas.microsoft.com/office/drawing/2014/main" xmlns="" id="{12A4C05D-B2E6-4D1D-B286-40DB4DF4914C}"/>
              </a:ext>
            </a:extLst>
          </p:cNvPr>
          <p:cNvSpPr txBox="1">
            <a:spLocks noChangeArrowheads="1"/>
          </p:cNvSpPr>
          <p:nvPr/>
        </p:nvSpPr>
        <p:spPr bwMode="auto">
          <a:xfrm>
            <a:off x="4857750" y="5635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(0,3)</a:t>
            </a:r>
          </a:p>
        </p:txBody>
      </p:sp>
      <p:sp>
        <p:nvSpPr>
          <p:cNvPr id="25611" name="TextBox 12">
            <a:extLst>
              <a:ext uri="{FF2B5EF4-FFF2-40B4-BE49-F238E27FC236}">
                <a16:creationId xmlns:a16="http://schemas.microsoft.com/office/drawing/2014/main" xmlns="" id="{4EB14A6B-43A9-4336-A92C-595EA7B60CB0}"/>
              </a:ext>
            </a:extLst>
          </p:cNvPr>
          <p:cNvSpPr txBox="1">
            <a:spLocks noChangeArrowheads="1"/>
          </p:cNvSpPr>
          <p:nvPr/>
        </p:nvSpPr>
        <p:spPr bwMode="auto">
          <a:xfrm>
            <a:off x="5543550" y="48736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(3,0)</a:t>
            </a:r>
          </a:p>
        </p:txBody>
      </p:sp>
      <p:sp>
        <p:nvSpPr>
          <p:cNvPr id="25612" name="TextBox 13">
            <a:extLst>
              <a:ext uri="{FF2B5EF4-FFF2-40B4-BE49-F238E27FC236}">
                <a16:creationId xmlns:a16="http://schemas.microsoft.com/office/drawing/2014/main" xmlns="" id="{81370EE4-7857-44B6-A6DC-BAF550685398}"/>
              </a:ext>
            </a:extLst>
          </p:cNvPr>
          <p:cNvSpPr txBox="1">
            <a:spLocks noChangeArrowheads="1"/>
          </p:cNvSpPr>
          <p:nvPr/>
        </p:nvSpPr>
        <p:spPr bwMode="auto">
          <a:xfrm>
            <a:off x="990600" y="2054225"/>
            <a:ext cx="552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(7,3)</a:t>
            </a:r>
          </a:p>
        </p:txBody>
      </p:sp>
      <p:graphicFrame>
        <p:nvGraphicFramePr>
          <p:cNvPr id="25613" name="Object 54">
            <a:extLst>
              <a:ext uri="{FF2B5EF4-FFF2-40B4-BE49-F238E27FC236}">
                <a16:creationId xmlns:a16="http://schemas.microsoft.com/office/drawing/2014/main" xmlns="" id="{2D287EF9-04FD-40A6-9B26-1BF3B92E5024}"/>
              </a:ext>
            </a:extLst>
          </p:cNvPr>
          <p:cNvGraphicFramePr>
            <a:graphicFrameLocks noGrp="1" noChangeAspect="1"/>
          </p:cNvGraphicFramePr>
          <p:nvPr>
            <p:ph sz="half" idx="1"/>
          </p:nvPr>
        </p:nvGraphicFramePr>
        <p:xfrm>
          <a:off x="6019800" y="914400"/>
          <a:ext cx="2979738" cy="3276600"/>
        </p:xfrm>
        <a:graphic>
          <a:graphicData uri="http://schemas.openxmlformats.org/presentationml/2006/ole">
            <p:oleObj spid="_x0000_s25760" name="Document" r:id="rId4" imgW="5517727" imgH="6068827" progId="Word.Document.8">
              <p:embed/>
            </p:oleObj>
          </a:graphicData>
        </a:graphic>
      </p:graphicFrame>
      <p:sp>
        <p:nvSpPr>
          <p:cNvPr id="2" name="Date Placeholder 1">
            <a:extLst>
              <a:ext uri="{FF2B5EF4-FFF2-40B4-BE49-F238E27FC236}">
                <a16:creationId xmlns:a16="http://schemas.microsoft.com/office/drawing/2014/main" xmlns="" id="{1840E90B-7AC8-49CA-A11B-99812A38B672}"/>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A376BD54-CC51-4AD5-AF02-A9D7C52EE969}"/>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3B21D9FB-5787-4E28-A80A-D987C7F7CE20}"/>
              </a:ext>
            </a:extLst>
          </p:cNvPr>
          <p:cNvSpPr>
            <a:spLocks noGrp="1"/>
          </p:cNvSpPr>
          <p:nvPr>
            <p:ph type="sldNum" sz="quarter" idx="12"/>
          </p:nvPr>
        </p:nvSpPr>
        <p:spPr/>
        <p:txBody>
          <a:bodyPr/>
          <a:lstStyle/>
          <a:p>
            <a:pPr>
              <a:defRPr/>
            </a:pPr>
            <a:fld id="{2B549EFE-B825-4CEE-ACAE-E9CA80B372AF}" type="slidenum">
              <a:rPr lang="en-US"/>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xmlns="" id="{2BAA94B4-C984-462E-ABEB-F5E6DA11ABA6}"/>
              </a:ext>
            </a:extLst>
          </p:cNvPr>
          <p:cNvSpPr>
            <a:spLocks noGrp="1" noChangeArrowheads="1"/>
          </p:cNvSpPr>
          <p:nvPr>
            <p:ph type="title"/>
          </p:nvPr>
        </p:nvSpPr>
        <p:spPr>
          <a:xfrm>
            <a:off x="381000" y="152400"/>
            <a:ext cx="8610600" cy="533400"/>
          </a:xfrm>
        </p:spPr>
        <p:txBody>
          <a:bodyPr/>
          <a:lstStyle/>
          <a:p>
            <a:pPr>
              <a:defRPr/>
            </a:pPr>
            <a:r>
              <a:rPr lang="en-US">
                <a:cs typeface="+mj-cs"/>
              </a:rPr>
              <a:t>Design Issues of Decision Tree Induction</a:t>
            </a:r>
          </a:p>
        </p:txBody>
      </p:sp>
      <p:sp>
        <p:nvSpPr>
          <p:cNvPr id="20483" name="Rectangle 7">
            <a:extLst>
              <a:ext uri="{FF2B5EF4-FFF2-40B4-BE49-F238E27FC236}">
                <a16:creationId xmlns:a16="http://schemas.microsoft.com/office/drawing/2014/main" xmlns="" id="{B46A9D7B-6625-4393-82BB-AFBD9403B7E8}"/>
              </a:ext>
            </a:extLst>
          </p:cNvPr>
          <p:cNvSpPr>
            <a:spLocks noGrp="1" noChangeArrowheads="1"/>
          </p:cNvSpPr>
          <p:nvPr>
            <p:ph type="body" idx="1"/>
          </p:nvPr>
        </p:nvSpPr>
        <p:spPr/>
        <p:txBody>
          <a:bodyPr/>
          <a:lstStyle/>
          <a:p>
            <a:pPr>
              <a:buFont typeface="Monotype Sorts" charset="0"/>
              <a:buChar char="l"/>
              <a:defRPr/>
            </a:pPr>
            <a:r>
              <a:rPr lang="en-US" dirty="0">
                <a:cs typeface="+mn-cs"/>
              </a:rPr>
              <a:t>How should training records be split?</a:t>
            </a:r>
          </a:p>
          <a:p>
            <a:pPr lvl="1">
              <a:buFont typeface="Arial" charset="0"/>
              <a:buChar char="–"/>
              <a:defRPr/>
            </a:pPr>
            <a:r>
              <a:rPr lang="en-US" dirty="0"/>
              <a:t>Method for expressing test condition </a:t>
            </a:r>
          </a:p>
          <a:p>
            <a:pPr lvl="2">
              <a:buFont typeface="Wingdings" charset="0"/>
              <a:buChar char="u"/>
              <a:defRPr/>
            </a:pPr>
            <a:r>
              <a:rPr lang="en-US" dirty="0"/>
              <a:t> depending on attribute types</a:t>
            </a:r>
          </a:p>
          <a:p>
            <a:pPr lvl="1">
              <a:buFont typeface="Arial" charset="0"/>
              <a:buChar char="–"/>
              <a:defRPr/>
            </a:pPr>
            <a:r>
              <a:rPr lang="en-US" dirty="0"/>
              <a:t>Measure for evaluating the goodness of a test condition</a:t>
            </a:r>
          </a:p>
          <a:p>
            <a:pPr lvl="1">
              <a:buFont typeface="Arial" charset="0"/>
              <a:buChar char="–"/>
              <a:defRPr/>
            </a:pPr>
            <a:endParaRPr lang="en-US" dirty="0"/>
          </a:p>
          <a:p>
            <a:pPr>
              <a:buFont typeface="Monotype Sorts" charset="0"/>
              <a:buChar char="l"/>
              <a:defRPr/>
            </a:pPr>
            <a:r>
              <a:rPr lang="en-US" dirty="0">
                <a:cs typeface="+mn-cs"/>
              </a:rPr>
              <a:t>How should the splitting procedure stop?</a:t>
            </a:r>
          </a:p>
          <a:p>
            <a:pPr lvl="1">
              <a:buFont typeface="Arial" charset="0"/>
              <a:buChar char="–"/>
              <a:defRPr/>
            </a:pPr>
            <a:r>
              <a:rPr lang="en-US" dirty="0"/>
              <a:t>Stop splitting if all the records belong to the same class or have identical attribute values</a:t>
            </a:r>
          </a:p>
          <a:p>
            <a:pPr lvl="1">
              <a:buFont typeface="Arial" charset="0"/>
              <a:buChar char="–"/>
              <a:defRPr/>
            </a:pPr>
            <a:r>
              <a:rPr lang="en-US" dirty="0"/>
              <a:t>Early termination </a:t>
            </a:r>
          </a:p>
        </p:txBody>
      </p:sp>
      <p:sp>
        <p:nvSpPr>
          <p:cNvPr id="2" name="Date Placeholder 1">
            <a:extLst>
              <a:ext uri="{FF2B5EF4-FFF2-40B4-BE49-F238E27FC236}">
                <a16:creationId xmlns:a16="http://schemas.microsoft.com/office/drawing/2014/main" xmlns="" id="{41892C59-1A5D-44CE-8827-CE3CD5F5778D}"/>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96D9EEB1-E4DF-4BC9-A953-512A23729D52}"/>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9790064E-82E7-48D6-82D0-F6491A634AA3}"/>
              </a:ext>
            </a:extLst>
          </p:cNvPr>
          <p:cNvSpPr>
            <a:spLocks noGrp="1"/>
          </p:cNvSpPr>
          <p:nvPr>
            <p:ph type="sldNum" sz="quarter" idx="12"/>
          </p:nvPr>
        </p:nvSpPr>
        <p:spPr/>
        <p:txBody>
          <a:bodyPr/>
          <a:lstStyle/>
          <a:p>
            <a:pPr>
              <a:defRPr/>
            </a:pPr>
            <a:fld id="{26DE923A-7A08-4B88-BEF2-18FCA48FB701}"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54D136AC-4374-4C25-9F7A-750042289059}"/>
              </a:ext>
            </a:extLst>
          </p:cNvPr>
          <p:cNvSpPr>
            <a:spLocks noGrp="1" noChangeArrowheads="1"/>
          </p:cNvSpPr>
          <p:nvPr>
            <p:ph type="title"/>
          </p:nvPr>
        </p:nvSpPr>
        <p:spPr/>
        <p:txBody>
          <a:bodyPr/>
          <a:lstStyle/>
          <a:p>
            <a:pPr>
              <a:defRPr/>
            </a:pPr>
            <a:r>
              <a:rPr lang="en-US">
                <a:cs typeface="+mj-cs"/>
              </a:rPr>
              <a:t>Methods for Expressing Test Conditions</a:t>
            </a:r>
          </a:p>
        </p:txBody>
      </p:sp>
      <p:sp>
        <p:nvSpPr>
          <p:cNvPr id="21507" name="Rectangle 3">
            <a:extLst>
              <a:ext uri="{FF2B5EF4-FFF2-40B4-BE49-F238E27FC236}">
                <a16:creationId xmlns:a16="http://schemas.microsoft.com/office/drawing/2014/main" xmlns="" id="{E44DD460-903E-47EE-82F1-F2F26AB64E40}"/>
              </a:ext>
            </a:extLst>
          </p:cNvPr>
          <p:cNvSpPr>
            <a:spLocks noGrp="1" noChangeArrowheads="1"/>
          </p:cNvSpPr>
          <p:nvPr>
            <p:ph type="body" idx="1"/>
          </p:nvPr>
        </p:nvSpPr>
        <p:spPr/>
        <p:txBody>
          <a:bodyPr/>
          <a:lstStyle/>
          <a:p>
            <a:pPr>
              <a:buFont typeface="Monotype Sorts" charset="0"/>
              <a:buChar char="l"/>
              <a:defRPr/>
            </a:pPr>
            <a:r>
              <a:rPr lang="en-US" dirty="0">
                <a:cs typeface="+mn-cs"/>
              </a:rPr>
              <a:t>Depends on attribute types</a:t>
            </a:r>
          </a:p>
          <a:p>
            <a:pPr lvl="1">
              <a:buFont typeface="Arial" charset="0"/>
              <a:buChar char="–"/>
              <a:defRPr/>
            </a:pPr>
            <a:r>
              <a:rPr lang="en-US" dirty="0"/>
              <a:t>Binary</a:t>
            </a:r>
          </a:p>
          <a:p>
            <a:pPr lvl="1">
              <a:buFont typeface="Arial" charset="0"/>
              <a:buChar char="–"/>
              <a:defRPr/>
            </a:pPr>
            <a:r>
              <a:rPr lang="en-US" dirty="0"/>
              <a:t>Nominal</a:t>
            </a:r>
          </a:p>
          <a:p>
            <a:pPr lvl="1">
              <a:buFont typeface="Arial" charset="0"/>
              <a:buChar char="–"/>
              <a:defRPr/>
            </a:pPr>
            <a:r>
              <a:rPr lang="en-US" dirty="0"/>
              <a:t>Ordinal</a:t>
            </a:r>
          </a:p>
          <a:p>
            <a:pPr lvl="1">
              <a:buFont typeface="Arial" charset="0"/>
              <a:buChar char="–"/>
              <a:defRPr/>
            </a:pPr>
            <a:r>
              <a:rPr lang="en-US" dirty="0"/>
              <a:t>Continuous</a:t>
            </a:r>
          </a:p>
          <a:p>
            <a:pPr lvl="1">
              <a:buFont typeface="Arial" charset="0"/>
              <a:buChar char="–"/>
              <a:defRPr/>
            </a:pPr>
            <a:endParaRPr lang="en-US" dirty="0"/>
          </a:p>
        </p:txBody>
      </p:sp>
      <p:sp>
        <p:nvSpPr>
          <p:cNvPr id="2" name="Date Placeholder 1">
            <a:extLst>
              <a:ext uri="{FF2B5EF4-FFF2-40B4-BE49-F238E27FC236}">
                <a16:creationId xmlns:a16="http://schemas.microsoft.com/office/drawing/2014/main" xmlns="" id="{CCC5604A-AC66-4ADB-8076-E9F53358C041}"/>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9392669-F619-4F36-AB46-9A4801548C2E}"/>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5B55F15E-4118-4F6B-9C81-A6F4C234C392}"/>
              </a:ext>
            </a:extLst>
          </p:cNvPr>
          <p:cNvSpPr>
            <a:spLocks noGrp="1"/>
          </p:cNvSpPr>
          <p:nvPr>
            <p:ph type="sldNum" sz="quarter" idx="12"/>
          </p:nvPr>
        </p:nvSpPr>
        <p:spPr/>
        <p:txBody>
          <a:bodyPr/>
          <a:lstStyle/>
          <a:p>
            <a:pPr>
              <a:defRPr/>
            </a:pPr>
            <a:fld id="{FCC4D0E1-CF69-438E-B8B9-B974011A8BC5}" type="slidenum">
              <a:rPr lang="en-US"/>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xmlns="" id="{EA17A043-A99E-4F99-8E83-AFB0B7151EDB}"/>
              </a:ext>
            </a:extLst>
          </p:cNvPr>
          <p:cNvSpPr>
            <a:spLocks noGrp="1" noChangeArrowheads="1"/>
          </p:cNvSpPr>
          <p:nvPr>
            <p:ph type="title"/>
          </p:nvPr>
        </p:nvSpPr>
        <p:spPr/>
        <p:txBody>
          <a:bodyPr/>
          <a:lstStyle/>
          <a:p>
            <a:pPr>
              <a:defRPr/>
            </a:pPr>
            <a:r>
              <a:rPr lang="en-US">
                <a:cs typeface="+mj-cs"/>
              </a:rPr>
              <a:t>Test Condition for Nominal Attributes</a:t>
            </a:r>
          </a:p>
        </p:txBody>
      </p:sp>
      <p:sp>
        <p:nvSpPr>
          <p:cNvPr id="22531" name="Rectangle 3">
            <a:extLst>
              <a:ext uri="{FF2B5EF4-FFF2-40B4-BE49-F238E27FC236}">
                <a16:creationId xmlns:a16="http://schemas.microsoft.com/office/drawing/2014/main" xmlns="" id="{FB36E1F1-2168-4EB9-98F4-99EF59AA6459}"/>
              </a:ext>
            </a:extLst>
          </p:cNvPr>
          <p:cNvSpPr>
            <a:spLocks noGrp="1" noChangeArrowheads="1"/>
          </p:cNvSpPr>
          <p:nvPr>
            <p:ph type="body" sz="half" idx="1"/>
          </p:nvPr>
        </p:nvSpPr>
        <p:spPr>
          <a:xfrm>
            <a:off x="411163" y="1143000"/>
            <a:ext cx="5303837" cy="5181600"/>
          </a:xfrm>
        </p:spPr>
        <p:txBody>
          <a:bodyPr/>
          <a:lstStyle/>
          <a:p>
            <a:pPr marL="342900" indent="-342900">
              <a:buFont typeface="Monotype Sorts" pitchFamily="2" charset="2"/>
              <a:buChar char="l"/>
              <a:defRPr/>
            </a:pPr>
            <a:r>
              <a:rPr lang="en-US" altLang="en-US" sz="2400" dirty="0">
                <a:solidFill>
                  <a:srgbClr val="FF0000"/>
                </a:solidFill>
                <a:ea typeface="+mn-ea"/>
                <a:cs typeface="+mn-cs"/>
              </a:rPr>
              <a:t>Multi-way split:</a:t>
            </a:r>
            <a:r>
              <a:rPr lang="en-US" altLang="en-US" sz="2400" dirty="0">
                <a:ea typeface="+mn-ea"/>
                <a:cs typeface="+mn-cs"/>
              </a:rPr>
              <a:t> </a:t>
            </a:r>
          </a:p>
          <a:p>
            <a:pPr marL="742950" lvl="1" indent="-285750">
              <a:buFont typeface="Arial" charset="0"/>
              <a:buChar char="–"/>
              <a:defRPr/>
            </a:pPr>
            <a:r>
              <a:rPr lang="en-US" altLang="en-US" sz="2400" dirty="0"/>
              <a:t>Use as many partitions as distinct values. </a:t>
            </a:r>
          </a:p>
          <a:p>
            <a:pPr marL="0" indent="0">
              <a:buFont typeface="Monotype Sorts" pitchFamily="2" charset="2"/>
              <a:buNone/>
              <a:defRPr/>
            </a:pPr>
            <a:endParaRPr lang="en-US" altLang="en-US" sz="2400" dirty="0">
              <a:ea typeface="+mn-ea"/>
              <a:cs typeface="+mn-cs"/>
            </a:endParaRPr>
          </a:p>
          <a:p>
            <a:pPr marL="0" indent="0">
              <a:buFont typeface="Monotype Sorts" pitchFamily="2" charset="2"/>
              <a:buNone/>
              <a:defRPr/>
            </a:pPr>
            <a:endParaRPr lang="en-US" altLang="en-US" sz="2400" dirty="0">
              <a:ea typeface="+mn-ea"/>
              <a:cs typeface="+mn-cs"/>
            </a:endParaRPr>
          </a:p>
          <a:p>
            <a:pPr marL="342900" indent="-342900">
              <a:buFont typeface="Monotype Sorts" pitchFamily="2" charset="2"/>
              <a:buChar char="l"/>
              <a:defRPr/>
            </a:pPr>
            <a:r>
              <a:rPr lang="en-US" altLang="en-US" sz="2400" dirty="0">
                <a:solidFill>
                  <a:srgbClr val="FF0000"/>
                </a:solidFill>
                <a:ea typeface="+mn-ea"/>
                <a:cs typeface="+mn-cs"/>
              </a:rPr>
              <a:t>Binary split:</a:t>
            </a:r>
            <a:r>
              <a:rPr lang="en-US" altLang="en-US" sz="2400" dirty="0">
                <a:ea typeface="+mn-ea"/>
                <a:cs typeface="+mn-cs"/>
              </a:rPr>
              <a:t>  </a:t>
            </a:r>
          </a:p>
          <a:p>
            <a:pPr marL="742950" lvl="1" indent="-285750">
              <a:buFont typeface="Arial" charset="0"/>
              <a:buChar char="–"/>
              <a:defRPr/>
            </a:pPr>
            <a:r>
              <a:rPr lang="en-US" altLang="en-US" sz="2400" dirty="0"/>
              <a:t>Divides values into two subsets</a:t>
            </a:r>
          </a:p>
        </p:txBody>
      </p:sp>
      <p:graphicFrame>
        <p:nvGraphicFramePr>
          <p:cNvPr id="28675" name="Object 25">
            <a:extLst>
              <a:ext uri="{FF2B5EF4-FFF2-40B4-BE49-F238E27FC236}">
                <a16:creationId xmlns:a16="http://schemas.microsoft.com/office/drawing/2014/main" xmlns="" id="{E91C178A-4BAD-4D02-AE53-1BD3FE2CA83D}"/>
              </a:ext>
            </a:extLst>
          </p:cNvPr>
          <p:cNvGraphicFramePr>
            <a:graphicFrameLocks noGrp="1" noChangeAspect="1"/>
          </p:cNvGraphicFramePr>
          <p:nvPr>
            <p:ph sz="quarter" idx="2"/>
          </p:nvPr>
        </p:nvGraphicFramePr>
        <p:xfrm>
          <a:off x="5334000" y="1371600"/>
          <a:ext cx="3352800" cy="1827213"/>
        </p:xfrm>
        <a:graphic>
          <a:graphicData uri="http://schemas.openxmlformats.org/presentationml/2006/ole">
            <p:oleObj spid="_x0000_s28894" name="Visio" r:id="rId3" imgW="3999078" imgH="2177316" progId="">
              <p:embed/>
            </p:oleObj>
          </a:graphicData>
        </a:graphic>
      </p:graphicFrame>
      <p:graphicFrame>
        <p:nvGraphicFramePr>
          <p:cNvPr id="28676" name="Object 27">
            <a:extLst>
              <a:ext uri="{FF2B5EF4-FFF2-40B4-BE49-F238E27FC236}">
                <a16:creationId xmlns:a16="http://schemas.microsoft.com/office/drawing/2014/main" xmlns="" id="{793015B2-9A1A-4F32-AC9D-F23B3709B211}"/>
              </a:ext>
            </a:extLst>
          </p:cNvPr>
          <p:cNvGraphicFramePr>
            <a:graphicFrameLocks noGrp="1" noChangeAspect="1"/>
          </p:cNvGraphicFramePr>
          <p:nvPr>
            <p:ph sz="quarter" idx="3"/>
          </p:nvPr>
        </p:nvGraphicFramePr>
        <p:xfrm>
          <a:off x="3810000" y="4495800"/>
          <a:ext cx="3471863" cy="1808163"/>
        </p:xfrm>
        <a:graphic>
          <a:graphicData uri="http://schemas.openxmlformats.org/presentationml/2006/ole">
            <p:oleObj spid="_x0000_s28895" name="Visio" r:id="rId4" imgW="4806645" imgH="2503269" progId="">
              <p:embed/>
            </p:oleObj>
          </a:graphicData>
        </a:graphic>
      </p:graphicFrame>
      <p:graphicFrame>
        <p:nvGraphicFramePr>
          <p:cNvPr id="28677" name="Object 29">
            <a:extLst>
              <a:ext uri="{FF2B5EF4-FFF2-40B4-BE49-F238E27FC236}">
                <a16:creationId xmlns:a16="http://schemas.microsoft.com/office/drawing/2014/main" xmlns="" id="{AAF70523-35DE-4E64-A8AC-01C51802575A}"/>
              </a:ext>
            </a:extLst>
          </p:cNvPr>
          <p:cNvGraphicFramePr>
            <a:graphicFrameLocks noChangeAspect="1"/>
          </p:cNvGraphicFramePr>
          <p:nvPr/>
        </p:nvGraphicFramePr>
        <p:xfrm>
          <a:off x="7086600" y="4495800"/>
          <a:ext cx="2022475" cy="1806575"/>
        </p:xfrm>
        <a:graphic>
          <a:graphicData uri="http://schemas.openxmlformats.org/presentationml/2006/ole">
            <p:oleObj spid="_x0000_s28896" name="Visio" r:id="rId5" imgW="2708605" imgH="2420129" progId="">
              <p:embed/>
            </p:oleObj>
          </a:graphicData>
        </a:graphic>
      </p:graphicFrame>
      <p:sp>
        <p:nvSpPr>
          <p:cNvPr id="2" name="Date Placeholder 1">
            <a:extLst>
              <a:ext uri="{FF2B5EF4-FFF2-40B4-BE49-F238E27FC236}">
                <a16:creationId xmlns:a16="http://schemas.microsoft.com/office/drawing/2014/main" xmlns="" id="{6C90C8D4-1257-44F7-BDBB-51FB816963F1}"/>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1BE9A8FD-2D1A-487B-9726-1548A840948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1D5524A2-F09E-4750-A4A3-0A925BD0D2C1}"/>
              </a:ext>
            </a:extLst>
          </p:cNvPr>
          <p:cNvSpPr>
            <a:spLocks noGrp="1"/>
          </p:cNvSpPr>
          <p:nvPr>
            <p:ph type="sldNum" sz="quarter" idx="12"/>
          </p:nvPr>
        </p:nvSpPr>
        <p:spPr/>
        <p:txBody>
          <a:bodyPr/>
          <a:lstStyle/>
          <a:p>
            <a:pPr>
              <a:defRPr/>
            </a:pPr>
            <a:fld id="{046D3CB4-708B-4B73-95BA-B3B3B1DD14F5}"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7">
            <a:extLst>
              <a:ext uri="{FF2B5EF4-FFF2-40B4-BE49-F238E27FC236}">
                <a16:creationId xmlns:a16="http://schemas.microsoft.com/office/drawing/2014/main" xmlns="" id="{6D0852F6-70DB-4D98-9F93-B243381ADB71}"/>
              </a:ext>
            </a:extLst>
          </p:cNvPr>
          <p:cNvSpPr>
            <a:spLocks noGrp="1" noChangeArrowheads="1"/>
          </p:cNvSpPr>
          <p:nvPr>
            <p:ph type="title"/>
          </p:nvPr>
        </p:nvSpPr>
        <p:spPr/>
        <p:txBody>
          <a:bodyPr/>
          <a:lstStyle/>
          <a:p>
            <a:pPr>
              <a:defRPr/>
            </a:pPr>
            <a:r>
              <a:rPr lang="en-US">
                <a:cs typeface="+mj-cs"/>
              </a:rPr>
              <a:t>Test Condition for Ordinal Attributes</a:t>
            </a:r>
          </a:p>
        </p:txBody>
      </p:sp>
      <p:sp>
        <p:nvSpPr>
          <p:cNvPr id="23555" name="Rectangle 30">
            <a:extLst>
              <a:ext uri="{FF2B5EF4-FFF2-40B4-BE49-F238E27FC236}">
                <a16:creationId xmlns:a16="http://schemas.microsoft.com/office/drawing/2014/main" xmlns="" id="{F93DC60A-1BD9-4CBB-91B5-D728E0A2221D}"/>
              </a:ext>
            </a:extLst>
          </p:cNvPr>
          <p:cNvSpPr>
            <a:spLocks noGrp="1" noChangeArrowheads="1"/>
          </p:cNvSpPr>
          <p:nvPr>
            <p:ph type="body" sz="half" idx="1"/>
          </p:nvPr>
        </p:nvSpPr>
        <p:spPr/>
        <p:txBody>
          <a:bodyPr/>
          <a:lstStyle/>
          <a:p>
            <a:pPr marL="342900" indent="-342900">
              <a:buFont typeface="Monotype Sorts" charset="0"/>
              <a:buChar char="l"/>
              <a:defRPr/>
            </a:pPr>
            <a:r>
              <a:rPr lang="en-US" sz="2400">
                <a:solidFill>
                  <a:srgbClr val="FF0000"/>
                </a:solidFill>
                <a:cs typeface="+mn-cs"/>
              </a:rPr>
              <a:t>Multi-way split:</a:t>
            </a:r>
            <a:r>
              <a:rPr lang="en-US" sz="2400">
                <a:cs typeface="+mn-cs"/>
              </a:rPr>
              <a:t> </a:t>
            </a:r>
          </a:p>
          <a:p>
            <a:pPr marL="742950" lvl="1" indent="-285750">
              <a:buFont typeface="Arial" charset="0"/>
              <a:buChar char="–"/>
              <a:defRPr/>
            </a:pPr>
            <a:r>
              <a:rPr lang="en-US" sz="2400"/>
              <a:t>Use as many partitions as distinct values</a:t>
            </a:r>
          </a:p>
          <a:p>
            <a:pPr marL="742950" lvl="1" indent="-285750">
              <a:buFont typeface="Arial" charset="0"/>
              <a:buChar char="–"/>
              <a:defRPr/>
            </a:pPr>
            <a:endParaRPr lang="en-US" sz="2400"/>
          </a:p>
          <a:p>
            <a:pPr marL="342900" indent="-342900">
              <a:buFont typeface="Monotype Sorts" charset="0"/>
              <a:buChar char="l"/>
              <a:defRPr/>
            </a:pPr>
            <a:r>
              <a:rPr lang="en-US" sz="2400">
                <a:solidFill>
                  <a:srgbClr val="FF0000"/>
                </a:solidFill>
                <a:cs typeface="+mn-cs"/>
              </a:rPr>
              <a:t>Binary split:</a:t>
            </a:r>
            <a:r>
              <a:rPr lang="en-US" sz="2400">
                <a:cs typeface="+mn-cs"/>
              </a:rPr>
              <a:t>  </a:t>
            </a:r>
          </a:p>
          <a:p>
            <a:pPr marL="742950" lvl="1" indent="-285750">
              <a:buFont typeface="Arial" charset="0"/>
              <a:buChar char="–"/>
              <a:defRPr/>
            </a:pPr>
            <a:r>
              <a:rPr lang="en-US" sz="2400"/>
              <a:t>Divides values into two subsets</a:t>
            </a:r>
          </a:p>
          <a:p>
            <a:pPr marL="742950" lvl="1" indent="-285750">
              <a:buFont typeface="Arial" charset="0"/>
              <a:buChar char="–"/>
              <a:defRPr/>
            </a:pPr>
            <a:r>
              <a:rPr lang="en-US" sz="2400"/>
              <a:t>Preserve order property among attribute values</a:t>
            </a:r>
          </a:p>
        </p:txBody>
      </p:sp>
      <p:graphicFrame>
        <p:nvGraphicFramePr>
          <p:cNvPr id="29699" name="Object 40">
            <a:extLst>
              <a:ext uri="{FF2B5EF4-FFF2-40B4-BE49-F238E27FC236}">
                <a16:creationId xmlns:a16="http://schemas.microsoft.com/office/drawing/2014/main" xmlns="" id="{DB8ECD47-0CBB-4EF1-A140-CF9FB7AD7A1C}"/>
              </a:ext>
            </a:extLst>
          </p:cNvPr>
          <p:cNvGraphicFramePr>
            <a:graphicFrameLocks noGrp="1" noChangeAspect="1"/>
          </p:cNvGraphicFramePr>
          <p:nvPr>
            <p:ph sz="quarter" idx="2"/>
          </p:nvPr>
        </p:nvGraphicFramePr>
        <p:xfrm>
          <a:off x="5334000" y="1143000"/>
          <a:ext cx="2951163" cy="1582738"/>
        </p:xfrm>
        <a:graphic>
          <a:graphicData uri="http://schemas.openxmlformats.org/presentationml/2006/ole">
            <p:oleObj spid="_x0000_s29919" name="Visio" r:id="rId3" imgW="3956406" imgH="2120265" progId="">
              <p:embed/>
            </p:oleObj>
          </a:graphicData>
        </a:graphic>
      </p:graphicFrame>
      <p:graphicFrame>
        <p:nvGraphicFramePr>
          <p:cNvPr id="29700" name="Object 41">
            <a:extLst>
              <a:ext uri="{FF2B5EF4-FFF2-40B4-BE49-F238E27FC236}">
                <a16:creationId xmlns:a16="http://schemas.microsoft.com/office/drawing/2014/main" xmlns="" id="{E888EEA9-D0BA-43CC-BC4E-51DCEF50DE2B}"/>
              </a:ext>
            </a:extLst>
          </p:cNvPr>
          <p:cNvGraphicFramePr>
            <a:graphicFrameLocks noGrp="1" noChangeAspect="1"/>
          </p:cNvGraphicFramePr>
          <p:nvPr>
            <p:ph sz="quarter" idx="3"/>
          </p:nvPr>
        </p:nvGraphicFramePr>
        <p:xfrm>
          <a:off x="5029200" y="2819400"/>
          <a:ext cx="3352800" cy="1744663"/>
        </p:xfrm>
        <a:graphic>
          <a:graphicData uri="http://schemas.openxmlformats.org/presentationml/2006/ole">
            <p:oleObj spid="_x0000_s29920" name="Visio" r:id="rId4" imgW="4449267" imgH="2315420" progId="">
              <p:embed/>
            </p:oleObj>
          </a:graphicData>
        </a:graphic>
      </p:graphicFrame>
      <p:graphicFrame>
        <p:nvGraphicFramePr>
          <p:cNvPr id="29701" name="Object 43">
            <a:extLst>
              <a:ext uri="{FF2B5EF4-FFF2-40B4-BE49-F238E27FC236}">
                <a16:creationId xmlns:a16="http://schemas.microsoft.com/office/drawing/2014/main" xmlns="" id="{814461B8-0AAC-4226-8614-452596996CFD}"/>
              </a:ext>
            </a:extLst>
          </p:cNvPr>
          <p:cNvGraphicFramePr>
            <a:graphicFrameLocks noChangeAspect="1"/>
          </p:cNvGraphicFramePr>
          <p:nvPr/>
        </p:nvGraphicFramePr>
        <p:xfrm>
          <a:off x="4953000" y="4648200"/>
          <a:ext cx="1460500" cy="1768475"/>
        </p:xfrm>
        <a:graphic>
          <a:graphicData uri="http://schemas.openxmlformats.org/presentationml/2006/ole">
            <p:oleObj spid="_x0000_s29921" name="Visio" r:id="rId5" imgW="1910994" imgH="2315420" progId="">
              <p:embed/>
            </p:oleObj>
          </a:graphicData>
        </a:graphic>
      </p:graphicFrame>
      <p:sp>
        <p:nvSpPr>
          <p:cNvPr id="836653" name="AutoShape 45">
            <a:extLst>
              <a:ext uri="{FF2B5EF4-FFF2-40B4-BE49-F238E27FC236}">
                <a16:creationId xmlns:a16="http://schemas.microsoft.com/office/drawing/2014/main" xmlns="" id="{A4E58D19-2F3C-4280-961E-A624D4B454F9}"/>
              </a:ext>
            </a:extLst>
          </p:cNvPr>
          <p:cNvSpPr>
            <a:spLocks/>
          </p:cNvSpPr>
          <p:nvPr/>
        </p:nvSpPr>
        <p:spPr bwMode="auto">
          <a:xfrm>
            <a:off x="7086600" y="5105400"/>
            <a:ext cx="1524000" cy="723900"/>
          </a:xfrm>
          <a:prstGeom prst="borderCallout2">
            <a:avLst>
              <a:gd name="adj1" fmla="val 15792"/>
              <a:gd name="adj2" fmla="val -5000"/>
              <a:gd name="adj3" fmla="val 15792"/>
              <a:gd name="adj4" fmla="val -29898"/>
              <a:gd name="adj5" fmla="val 102412"/>
              <a:gd name="adj6" fmla="val -55625"/>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400"/>
              <a:t>This grouping violates order property</a:t>
            </a:r>
          </a:p>
          <a:p>
            <a:pPr algn="ctr">
              <a:spcBef>
                <a:spcPct val="0"/>
              </a:spcBef>
              <a:spcAft>
                <a:spcPct val="0"/>
              </a:spcAft>
              <a:buClrTx/>
              <a:buSzTx/>
              <a:buFontTx/>
              <a:buNone/>
            </a:pPr>
            <a:endParaRPr lang="en-US" altLang="en-US" sz="1400"/>
          </a:p>
        </p:txBody>
      </p:sp>
      <p:sp>
        <p:nvSpPr>
          <p:cNvPr id="2" name="Date Placeholder 1">
            <a:extLst>
              <a:ext uri="{FF2B5EF4-FFF2-40B4-BE49-F238E27FC236}">
                <a16:creationId xmlns:a16="http://schemas.microsoft.com/office/drawing/2014/main" xmlns="" id="{95E867C7-34B0-41AD-9084-5A31138D2EB2}"/>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14E2BAAB-9EA3-4F96-A555-24A3123E7DD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D0082065-7B11-4FE8-9790-CBACC4546CD8}"/>
              </a:ext>
            </a:extLst>
          </p:cNvPr>
          <p:cNvSpPr>
            <a:spLocks noGrp="1"/>
          </p:cNvSpPr>
          <p:nvPr>
            <p:ph type="sldNum" sz="quarter" idx="12"/>
          </p:nvPr>
        </p:nvSpPr>
        <p:spPr/>
        <p:txBody>
          <a:bodyPr/>
          <a:lstStyle/>
          <a:p>
            <a:pPr>
              <a:defRPr/>
            </a:pPr>
            <a:fld id="{D858AD22-6FE2-48DF-97D6-2E47F1F4643D}" type="slidenum">
              <a:rPr lang="en-US"/>
              <a:pPr>
                <a:defRPr/>
              </a:pPr>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66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5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xmlns="" id="{B9C6E965-D7B0-418F-BAA0-1757CFFA7A59}"/>
              </a:ext>
            </a:extLst>
          </p:cNvPr>
          <p:cNvSpPr>
            <a:spLocks noGrp="1" noChangeArrowheads="1"/>
          </p:cNvSpPr>
          <p:nvPr>
            <p:ph type="title"/>
          </p:nvPr>
        </p:nvSpPr>
        <p:spPr>
          <a:xfrm>
            <a:off x="381000" y="152400"/>
            <a:ext cx="8534400" cy="533400"/>
          </a:xfrm>
        </p:spPr>
        <p:txBody>
          <a:bodyPr/>
          <a:lstStyle/>
          <a:p>
            <a:pPr>
              <a:defRPr/>
            </a:pPr>
            <a:r>
              <a:rPr lang="en-US">
                <a:cs typeface="+mj-cs"/>
              </a:rPr>
              <a:t>Test Condition for Continuous Attributes</a:t>
            </a:r>
          </a:p>
        </p:txBody>
      </p:sp>
      <p:graphicFrame>
        <p:nvGraphicFramePr>
          <p:cNvPr id="30722" name="Object 4">
            <a:extLst>
              <a:ext uri="{FF2B5EF4-FFF2-40B4-BE49-F238E27FC236}">
                <a16:creationId xmlns:a16="http://schemas.microsoft.com/office/drawing/2014/main" xmlns="" id="{205C434A-C905-41D9-9154-228F67FDB7AD}"/>
              </a:ext>
            </a:extLst>
          </p:cNvPr>
          <p:cNvGraphicFramePr>
            <a:graphicFrameLocks noGrp="1" noChangeAspect="1"/>
          </p:cNvGraphicFramePr>
          <p:nvPr>
            <p:ph idx="1"/>
          </p:nvPr>
        </p:nvGraphicFramePr>
        <p:xfrm>
          <a:off x="738188" y="1746250"/>
          <a:ext cx="7608887" cy="3282950"/>
        </p:xfrm>
        <a:graphic>
          <a:graphicData uri="http://schemas.openxmlformats.org/presentationml/2006/ole">
            <p:oleObj spid="_x0000_s30797" name="Visio" r:id="rId3" imgW="8538667" imgH="3684287" progId="">
              <p:embed/>
            </p:oleObj>
          </a:graphicData>
        </a:graphic>
      </p:graphicFrame>
      <p:sp>
        <p:nvSpPr>
          <p:cNvPr id="2" name="Date Placeholder 1">
            <a:extLst>
              <a:ext uri="{FF2B5EF4-FFF2-40B4-BE49-F238E27FC236}">
                <a16:creationId xmlns:a16="http://schemas.microsoft.com/office/drawing/2014/main" xmlns="" id="{45279055-9444-4DAA-A321-5736FBCD0DFC}"/>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8921FDEF-C3F0-4087-9634-ED00071F4C52}"/>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D60D6A55-6A7E-4C40-BC3D-4C76DD19CCBC}"/>
              </a:ext>
            </a:extLst>
          </p:cNvPr>
          <p:cNvSpPr>
            <a:spLocks noGrp="1"/>
          </p:cNvSpPr>
          <p:nvPr>
            <p:ph type="sldNum" sz="quarter" idx="12"/>
          </p:nvPr>
        </p:nvSpPr>
        <p:spPr/>
        <p:txBody>
          <a:bodyPr/>
          <a:lstStyle/>
          <a:p>
            <a:pPr>
              <a:defRPr/>
            </a:pPr>
            <a:fld id="{A1C0F45B-8088-480D-848D-D09825134EBE}" type="slidenum">
              <a:rPr lang="en-US"/>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a:extLst>
              <a:ext uri="{FF2B5EF4-FFF2-40B4-BE49-F238E27FC236}">
                <a16:creationId xmlns:a16="http://schemas.microsoft.com/office/drawing/2014/main" xmlns="" id="{66374BC9-6E69-4676-B2EE-6C984C601CFB}"/>
              </a:ext>
            </a:extLst>
          </p:cNvPr>
          <p:cNvSpPr>
            <a:spLocks noGrp="1" noChangeArrowheads="1"/>
          </p:cNvSpPr>
          <p:nvPr>
            <p:ph type="title"/>
          </p:nvPr>
        </p:nvSpPr>
        <p:spPr>
          <a:xfrm>
            <a:off x="381000" y="152400"/>
            <a:ext cx="8534400" cy="533400"/>
          </a:xfrm>
        </p:spPr>
        <p:txBody>
          <a:bodyPr/>
          <a:lstStyle/>
          <a:p>
            <a:pPr>
              <a:defRPr/>
            </a:pPr>
            <a:r>
              <a:rPr lang="en-US">
                <a:cs typeface="+mj-cs"/>
              </a:rPr>
              <a:t>Splitting Based on Continuous Attributes</a:t>
            </a:r>
          </a:p>
        </p:txBody>
      </p:sp>
      <p:sp>
        <p:nvSpPr>
          <p:cNvPr id="31746" name="Rectangle 5">
            <a:extLst>
              <a:ext uri="{FF2B5EF4-FFF2-40B4-BE49-F238E27FC236}">
                <a16:creationId xmlns:a16="http://schemas.microsoft.com/office/drawing/2014/main" xmlns="" id="{14C108E9-73E2-44FA-BD06-0B95883697D6}"/>
              </a:ext>
            </a:extLst>
          </p:cNvPr>
          <p:cNvSpPr>
            <a:spLocks noGrp="1" noChangeArrowheads="1"/>
          </p:cNvSpPr>
          <p:nvPr>
            <p:ph type="body" idx="1"/>
          </p:nvPr>
        </p:nvSpPr>
        <p:spPr/>
        <p:txBody>
          <a:bodyPr/>
          <a:lstStyle/>
          <a:p>
            <a:r>
              <a:rPr lang="en-US" altLang="en-US">
                <a:ea typeface="ＭＳ Ｐゴシック" panose="020B0600070205080204" pitchFamily="34" charset="-128"/>
              </a:rPr>
              <a:t>Different ways of handling</a:t>
            </a:r>
          </a:p>
          <a:p>
            <a:pPr lvl="1"/>
            <a:r>
              <a:rPr lang="en-US" altLang="en-US">
                <a:solidFill>
                  <a:srgbClr val="CC3300"/>
                </a:solidFill>
                <a:ea typeface="ＭＳ Ｐゴシック" panose="020B0600070205080204" pitchFamily="34" charset="-128"/>
              </a:rPr>
              <a:t>Discretization</a:t>
            </a:r>
            <a:r>
              <a:rPr lang="en-US" altLang="en-US">
                <a:ea typeface="ＭＳ Ｐゴシック" panose="020B0600070205080204" pitchFamily="34" charset="-128"/>
              </a:rPr>
              <a:t> to form an ordinal categorical attribute</a:t>
            </a:r>
          </a:p>
          <a:p>
            <a:pPr lvl="2">
              <a:buFont typeface="Wingdings" panose="05000000000000000000" pitchFamily="2" charset="2"/>
              <a:buNone/>
            </a:pPr>
            <a:r>
              <a:rPr lang="en-US" altLang="en-US">
                <a:ea typeface="ＭＳ Ｐゴシック" panose="020B0600070205080204" pitchFamily="34" charset="-128"/>
              </a:rPr>
              <a:t> Ranges can be found by equal interval bucketing, equal frequency bucketing (percentiles), or clustering.</a:t>
            </a:r>
          </a:p>
          <a:p>
            <a:pPr lvl="2"/>
            <a:r>
              <a:rPr lang="en-US" altLang="en-US">
                <a:ea typeface="ＭＳ Ｐゴシック" panose="020B0600070205080204" pitchFamily="34" charset="-128"/>
              </a:rPr>
              <a:t> Static – discretize once at the beginning</a:t>
            </a:r>
          </a:p>
          <a:p>
            <a:pPr lvl="2"/>
            <a:r>
              <a:rPr lang="en-US" altLang="en-US">
                <a:ea typeface="ＭＳ Ｐゴシック" panose="020B0600070205080204" pitchFamily="34" charset="-128"/>
              </a:rPr>
              <a:t> Dynamic – repeat at each node</a:t>
            </a:r>
          </a:p>
          <a:p>
            <a:pPr lvl="4"/>
            <a:endParaRPr lang="en-US" altLang="en-US">
              <a:solidFill>
                <a:srgbClr val="CC3300"/>
              </a:solidFill>
              <a:ea typeface="ＭＳ Ｐゴシック" panose="020B0600070205080204" pitchFamily="34" charset="-128"/>
            </a:endParaRPr>
          </a:p>
          <a:p>
            <a:pPr lvl="1"/>
            <a:r>
              <a:rPr lang="en-US" altLang="en-US">
                <a:solidFill>
                  <a:srgbClr val="CC3300"/>
                </a:solidFill>
                <a:ea typeface="ＭＳ Ｐゴシック" panose="020B0600070205080204" pitchFamily="34" charset="-128"/>
              </a:rPr>
              <a:t>Binary Decision</a:t>
            </a:r>
            <a:r>
              <a:rPr lang="en-US" altLang="en-US">
                <a:ea typeface="ＭＳ Ｐゴシック" panose="020B0600070205080204" pitchFamily="34" charset="-128"/>
              </a:rPr>
              <a:t>: (A &lt; v) or (A </a:t>
            </a:r>
            <a:r>
              <a:rPr lang="en-US" altLang="en-US">
                <a:ea typeface="ＭＳ Ｐゴシック" panose="020B0600070205080204" pitchFamily="34" charset="-128"/>
                <a:sym typeface="Symbol" panose="05050102010706020507" pitchFamily="18" charset="2"/>
              </a:rPr>
              <a:t> v)</a:t>
            </a:r>
            <a:endParaRPr lang="en-US" altLang="en-US">
              <a:ea typeface="ＭＳ Ｐゴシック" panose="020B0600070205080204" pitchFamily="34" charset="-128"/>
            </a:endParaRPr>
          </a:p>
          <a:p>
            <a:pPr lvl="2"/>
            <a:r>
              <a:rPr lang="en-US" altLang="en-US">
                <a:ea typeface="ＭＳ Ｐゴシック" panose="020B0600070205080204" pitchFamily="34" charset="-128"/>
              </a:rPr>
              <a:t> consider all possible splits and finds the best cut</a:t>
            </a:r>
          </a:p>
          <a:p>
            <a:pPr lvl="2"/>
            <a:r>
              <a:rPr lang="en-US" altLang="en-US">
                <a:ea typeface="ＭＳ Ｐゴシック" panose="020B0600070205080204" pitchFamily="34" charset="-128"/>
              </a:rPr>
              <a:t> can be more compute intensive</a:t>
            </a:r>
          </a:p>
        </p:txBody>
      </p:sp>
      <p:sp>
        <p:nvSpPr>
          <p:cNvPr id="2" name="Date Placeholder 1">
            <a:extLst>
              <a:ext uri="{FF2B5EF4-FFF2-40B4-BE49-F238E27FC236}">
                <a16:creationId xmlns:a16="http://schemas.microsoft.com/office/drawing/2014/main" xmlns="" id="{DFBC31AC-2B90-4B6B-B916-A46B6DB29CFE}"/>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61243062-9BC5-487B-84A5-9EFDCBFB5CC3}"/>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84C8E37-4C0F-4C14-A500-6AA41D7B91B8}"/>
              </a:ext>
            </a:extLst>
          </p:cNvPr>
          <p:cNvSpPr>
            <a:spLocks noGrp="1"/>
          </p:cNvSpPr>
          <p:nvPr>
            <p:ph type="sldNum" sz="quarter" idx="12"/>
          </p:nvPr>
        </p:nvSpPr>
        <p:spPr/>
        <p:txBody>
          <a:bodyPr/>
          <a:lstStyle/>
          <a:p>
            <a:pPr>
              <a:defRPr/>
            </a:pPr>
            <a:fld id="{C27BC3DC-97F5-419B-A87C-21871F4EC09C}" type="slidenum">
              <a:rPr lang="en-US"/>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10">
            <a:extLst>
              <a:ext uri="{FF2B5EF4-FFF2-40B4-BE49-F238E27FC236}">
                <a16:creationId xmlns:a16="http://schemas.microsoft.com/office/drawing/2014/main" xmlns="" id="{88D91FEC-A941-47CC-99F5-40D7974149D5}"/>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xmlns="" val="0"/>
              </a:ext>
            </a:extLst>
          </a:blip>
          <a:srcRect/>
          <a:stretch>
            <a:fillRect/>
          </a:stretch>
        </p:blipFill>
        <p:spPr>
          <a:xfrm>
            <a:off x="5334000" y="1009650"/>
            <a:ext cx="3170238" cy="3105150"/>
          </a:xfrm>
        </p:spPr>
      </p:pic>
      <p:sp>
        <p:nvSpPr>
          <p:cNvPr id="26627" name="Rectangle 6">
            <a:extLst>
              <a:ext uri="{FF2B5EF4-FFF2-40B4-BE49-F238E27FC236}">
                <a16:creationId xmlns:a16="http://schemas.microsoft.com/office/drawing/2014/main" xmlns="" id="{BF26A80B-9FC2-4BDA-87FA-0FC0742FD4C3}"/>
              </a:ext>
            </a:extLst>
          </p:cNvPr>
          <p:cNvSpPr>
            <a:spLocks noGrp="1" noChangeArrowheads="1"/>
          </p:cNvSpPr>
          <p:nvPr>
            <p:ph type="title"/>
          </p:nvPr>
        </p:nvSpPr>
        <p:spPr/>
        <p:txBody>
          <a:bodyPr/>
          <a:lstStyle/>
          <a:p>
            <a:pPr>
              <a:defRPr/>
            </a:pPr>
            <a:r>
              <a:rPr lang="en-US">
                <a:cs typeface="+mj-cs"/>
              </a:rPr>
              <a:t>How to determine the Best Split</a:t>
            </a:r>
          </a:p>
        </p:txBody>
      </p:sp>
      <p:graphicFrame>
        <p:nvGraphicFramePr>
          <p:cNvPr id="32771" name="Object 5">
            <a:extLst>
              <a:ext uri="{FF2B5EF4-FFF2-40B4-BE49-F238E27FC236}">
                <a16:creationId xmlns:a16="http://schemas.microsoft.com/office/drawing/2014/main" xmlns="" id="{F868737F-DC54-4051-A73E-55DCA0DC0A5E}"/>
              </a:ext>
            </a:extLst>
          </p:cNvPr>
          <p:cNvGraphicFramePr>
            <a:graphicFrameLocks noGrp="1" noChangeAspect="1"/>
          </p:cNvGraphicFramePr>
          <p:nvPr>
            <p:ph sz="half" idx="1"/>
          </p:nvPr>
        </p:nvGraphicFramePr>
        <p:xfrm>
          <a:off x="1020763" y="4129088"/>
          <a:ext cx="7589837" cy="1770062"/>
        </p:xfrm>
        <a:graphic>
          <a:graphicData uri="http://schemas.openxmlformats.org/presentationml/2006/ole">
            <p:oleObj spid="_x0000_s32848" name="Visio" r:id="rId4" imgW="9637116" imgH="2242367" progId="">
              <p:embed/>
            </p:oleObj>
          </a:graphicData>
        </a:graphic>
      </p:graphicFrame>
      <p:sp>
        <p:nvSpPr>
          <p:cNvPr id="32772" name="Text Box 8">
            <a:extLst>
              <a:ext uri="{FF2B5EF4-FFF2-40B4-BE49-F238E27FC236}">
                <a16:creationId xmlns:a16="http://schemas.microsoft.com/office/drawing/2014/main" xmlns="" id="{2DE94204-FD3A-4289-9699-A34D3099D5E8}"/>
              </a:ext>
            </a:extLst>
          </p:cNvPr>
          <p:cNvSpPr txBox="1">
            <a:spLocks noChangeArrowheads="1"/>
          </p:cNvSpPr>
          <p:nvPr/>
        </p:nvSpPr>
        <p:spPr bwMode="auto">
          <a:xfrm>
            <a:off x="533400" y="2286000"/>
            <a:ext cx="51054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t>Before Splitting: 10 records of class 0,</a:t>
            </a:r>
            <a:br>
              <a:rPr lang="en-US" altLang="en-US" sz="1800"/>
            </a:br>
            <a:r>
              <a:rPr lang="en-US" altLang="en-US" sz="1800"/>
              <a:t>		10 records of class 1</a:t>
            </a:r>
          </a:p>
        </p:txBody>
      </p:sp>
      <p:sp>
        <p:nvSpPr>
          <p:cNvPr id="32773" name="Text Box 9">
            <a:extLst>
              <a:ext uri="{FF2B5EF4-FFF2-40B4-BE49-F238E27FC236}">
                <a16:creationId xmlns:a16="http://schemas.microsoft.com/office/drawing/2014/main" xmlns="" id="{7B664C1E-ADF5-4EF1-AD98-DCAB7B325C5B}"/>
              </a:ext>
            </a:extLst>
          </p:cNvPr>
          <p:cNvSpPr txBox="1">
            <a:spLocks noChangeArrowheads="1"/>
          </p:cNvSpPr>
          <p:nvPr/>
        </p:nvSpPr>
        <p:spPr bwMode="auto">
          <a:xfrm>
            <a:off x="1981200" y="5957888"/>
            <a:ext cx="51054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t>Which test condition is the best?</a:t>
            </a:r>
          </a:p>
        </p:txBody>
      </p:sp>
      <p:sp>
        <p:nvSpPr>
          <p:cNvPr id="2" name="Date Placeholder 1">
            <a:extLst>
              <a:ext uri="{FF2B5EF4-FFF2-40B4-BE49-F238E27FC236}">
                <a16:creationId xmlns:a16="http://schemas.microsoft.com/office/drawing/2014/main" xmlns="" id="{C940E319-76AC-4C15-903D-8F6EFEEA6574}"/>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C57B1F03-06D1-4093-BA48-3CB59539B483}"/>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BDA537D-5F67-45A5-BD34-E9A9F8576747}"/>
              </a:ext>
            </a:extLst>
          </p:cNvPr>
          <p:cNvSpPr>
            <a:spLocks noGrp="1"/>
          </p:cNvSpPr>
          <p:nvPr>
            <p:ph type="sldNum" sz="quarter" idx="12"/>
          </p:nvPr>
        </p:nvSpPr>
        <p:spPr/>
        <p:txBody>
          <a:bodyPr/>
          <a:lstStyle/>
          <a:p>
            <a:pPr>
              <a:defRPr/>
            </a:pPr>
            <a:fld id="{91B2881E-104F-4428-945D-FE5790AEABC9}" type="slidenum">
              <a:rPr lang="en-US"/>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xmlns="" id="{4790C841-580F-48BA-BB39-25D50519285D}"/>
              </a:ext>
            </a:extLst>
          </p:cNvPr>
          <p:cNvSpPr>
            <a:spLocks noGrp="1" noChangeArrowheads="1"/>
          </p:cNvSpPr>
          <p:nvPr>
            <p:ph type="title"/>
          </p:nvPr>
        </p:nvSpPr>
        <p:spPr/>
        <p:txBody>
          <a:bodyPr/>
          <a:lstStyle/>
          <a:p>
            <a:pPr>
              <a:defRPr/>
            </a:pPr>
            <a:r>
              <a:rPr lang="en-US">
                <a:cs typeface="+mj-cs"/>
              </a:rPr>
              <a:t>How to determine the Best Split</a:t>
            </a:r>
          </a:p>
        </p:txBody>
      </p:sp>
      <p:sp>
        <p:nvSpPr>
          <p:cNvPr id="27651" name="Rectangle 3">
            <a:extLst>
              <a:ext uri="{FF2B5EF4-FFF2-40B4-BE49-F238E27FC236}">
                <a16:creationId xmlns:a16="http://schemas.microsoft.com/office/drawing/2014/main" xmlns="" id="{B02D20C9-F2A0-41FD-9792-B5B1AB21F4FE}"/>
              </a:ext>
            </a:extLst>
          </p:cNvPr>
          <p:cNvSpPr>
            <a:spLocks noGrp="1" noChangeArrowheads="1"/>
          </p:cNvSpPr>
          <p:nvPr>
            <p:ph type="body" idx="1"/>
          </p:nvPr>
        </p:nvSpPr>
        <p:spPr/>
        <p:txBody>
          <a:bodyPr/>
          <a:lstStyle/>
          <a:p>
            <a:pPr>
              <a:buFont typeface="Monotype Sorts" charset="0"/>
              <a:buChar char="l"/>
              <a:defRPr/>
            </a:pPr>
            <a:r>
              <a:rPr lang="en-US">
                <a:cs typeface="+mn-cs"/>
              </a:rPr>
              <a:t>Greedy approach: </a:t>
            </a:r>
          </a:p>
          <a:p>
            <a:pPr lvl="1">
              <a:buFont typeface="Arial" charset="0"/>
              <a:buChar char="–"/>
              <a:defRPr/>
            </a:pPr>
            <a:r>
              <a:rPr lang="en-US"/>
              <a:t>Nodes with </a:t>
            </a:r>
            <a:r>
              <a:rPr lang="en-US">
                <a:solidFill>
                  <a:srgbClr val="FF0000"/>
                </a:solidFill>
              </a:rPr>
              <a:t>purer</a:t>
            </a:r>
            <a:r>
              <a:rPr lang="en-US"/>
              <a:t> class distribution are preferred</a:t>
            </a:r>
          </a:p>
          <a:p>
            <a:pPr lvl="4">
              <a:defRPr/>
            </a:pPr>
            <a:endParaRPr lang="en-US">
              <a:latin typeface="Times New Roman" charset="0"/>
            </a:endParaRPr>
          </a:p>
          <a:p>
            <a:pPr>
              <a:buFont typeface="Monotype Sorts" charset="0"/>
              <a:buChar char="l"/>
              <a:defRPr/>
            </a:pPr>
            <a:r>
              <a:rPr lang="en-US">
                <a:cs typeface="+mn-cs"/>
              </a:rPr>
              <a:t>Need a measure of node impurity:</a:t>
            </a:r>
          </a:p>
          <a:p>
            <a:pPr lvl="1">
              <a:buFont typeface="Arial" charset="0"/>
              <a:buNone/>
              <a:defRPr/>
            </a:pPr>
            <a:endParaRPr lang="en-US"/>
          </a:p>
        </p:txBody>
      </p:sp>
      <p:graphicFrame>
        <p:nvGraphicFramePr>
          <p:cNvPr id="33795" name="Object 6">
            <a:extLst>
              <a:ext uri="{FF2B5EF4-FFF2-40B4-BE49-F238E27FC236}">
                <a16:creationId xmlns:a16="http://schemas.microsoft.com/office/drawing/2014/main" xmlns="" id="{2F6BA1FB-28FD-4212-B8EF-1FFA025DB639}"/>
              </a:ext>
            </a:extLst>
          </p:cNvPr>
          <p:cNvGraphicFramePr>
            <a:graphicFrameLocks noGrp="1" noChangeAspect="1"/>
          </p:cNvGraphicFramePr>
          <p:nvPr>
            <p:ph sz="half" idx="4294967295"/>
          </p:nvPr>
        </p:nvGraphicFramePr>
        <p:xfrm>
          <a:off x="2209800" y="4038600"/>
          <a:ext cx="912813" cy="815975"/>
        </p:xfrm>
        <a:graphic>
          <a:graphicData uri="http://schemas.openxmlformats.org/presentationml/2006/ole">
            <p:oleObj spid="_x0000_s33944" name="Visio" r:id="rId3" imgW="655371" imgH="585812" progId="">
              <p:embed/>
            </p:oleObj>
          </a:graphicData>
        </a:graphic>
      </p:graphicFrame>
      <p:graphicFrame>
        <p:nvGraphicFramePr>
          <p:cNvPr id="33796" name="Object 10">
            <a:extLst>
              <a:ext uri="{FF2B5EF4-FFF2-40B4-BE49-F238E27FC236}">
                <a16:creationId xmlns:a16="http://schemas.microsoft.com/office/drawing/2014/main" xmlns="" id="{E8E82353-70BD-4F4B-A45B-F2A83E7592F0}"/>
              </a:ext>
            </a:extLst>
          </p:cNvPr>
          <p:cNvGraphicFramePr>
            <a:graphicFrameLocks noGrp="1" noChangeAspect="1"/>
          </p:cNvGraphicFramePr>
          <p:nvPr>
            <p:ph sz="half" idx="4294967295"/>
          </p:nvPr>
        </p:nvGraphicFramePr>
        <p:xfrm>
          <a:off x="5715000" y="4038600"/>
          <a:ext cx="912813" cy="815975"/>
        </p:xfrm>
        <a:graphic>
          <a:graphicData uri="http://schemas.openxmlformats.org/presentationml/2006/ole">
            <p:oleObj spid="_x0000_s33945" name="Visio" r:id="rId4" imgW="655371" imgH="585812" progId="">
              <p:embed/>
            </p:oleObj>
          </a:graphicData>
        </a:graphic>
      </p:graphicFrame>
      <p:sp>
        <p:nvSpPr>
          <p:cNvPr id="33797" name="Text Box 12">
            <a:extLst>
              <a:ext uri="{FF2B5EF4-FFF2-40B4-BE49-F238E27FC236}">
                <a16:creationId xmlns:a16="http://schemas.microsoft.com/office/drawing/2014/main" xmlns="" id="{6AB3A4F5-F9F7-4D62-9A29-CB16CDCA7CBB}"/>
              </a:ext>
            </a:extLst>
          </p:cNvPr>
          <p:cNvSpPr txBox="1">
            <a:spLocks noChangeArrowheads="1"/>
          </p:cNvSpPr>
          <p:nvPr/>
        </p:nvSpPr>
        <p:spPr bwMode="auto">
          <a:xfrm>
            <a:off x="1371600" y="5029200"/>
            <a:ext cx="2819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t>High degree of impurity</a:t>
            </a:r>
          </a:p>
        </p:txBody>
      </p:sp>
      <p:sp>
        <p:nvSpPr>
          <p:cNvPr id="33798" name="Text Box 13">
            <a:extLst>
              <a:ext uri="{FF2B5EF4-FFF2-40B4-BE49-F238E27FC236}">
                <a16:creationId xmlns:a16="http://schemas.microsoft.com/office/drawing/2014/main" xmlns="" id="{D74128B7-0AB8-416A-A19B-1F48004E9753}"/>
              </a:ext>
            </a:extLst>
          </p:cNvPr>
          <p:cNvSpPr txBox="1">
            <a:spLocks noChangeArrowheads="1"/>
          </p:cNvSpPr>
          <p:nvPr/>
        </p:nvSpPr>
        <p:spPr bwMode="auto">
          <a:xfrm>
            <a:off x="5181600" y="5029200"/>
            <a:ext cx="2819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t>Low degree of impurity</a:t>
            </a:r>
          </a:p>
        </p:txBody>
      </p:sp>
      <p:sp>
        <p:nvSpPr>
          <p:cNvPr id="2" name="Date Placeholder 1">
            <a:extLst>
              <a:ext uri="{FF2B5EF4-FFF2-40B4-BE49-F238E27FC236}">
                <a16:creationId xmlns:a16="http://schemas.microsoft.com/office/drawing/2014/main" xmlns="" id="{2B9F0309-BC5B-493A-933F-34962B842526}"/>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1281511-C389-4406-9808-90A029AA252D}"/>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D4E1A086-61BC-473A-A535-E404A3D0CBFB}"/>
              </a:ext>
            </a:extLst>
          </p:cNvPr>
          <p:cNvSpPr>
            <a:spLocks noGrp="1"/>
          </p:cNvSpPr>
          <p:nvPr>
            <p:ph type="sldNum" sz="quarter" idx="12"/>
          </p:nvPr>
        </p:nvSpPr>
        <p:spPr/>
        <p:txBody>
          <a:bodyPr/>
          <a:lstStyle/>
          <a:p>
            <a:pPr>
              <a:defRPr/>
            </a:pPr>
            <a:fld id="{228DB3AA-7E9D-4145-BD5E-7F396D8044A4}" type="slidenum">
              <a:rPr lang="en-US"/>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xmlns="" id="{6BB4EB6D-D451-45BA-9136-20124E60E981}"/>
              </a:ext>
            </a:extLst>
          </p:cNvPr>
          <p:cNvSpPr>
            <a:spLocks noGrp="1" noChangeArrowheads="1"/>
          </p:cNvSpPr>
          <p:nvPr>
            <p:ph type="title"/>
          </p:nvPr>
        </p:nvSpPr>
        <p:spPr/>
        <p:txBody>
          <a:bodyPr/>
          <a:lstStyle/>
          <a:p>
            <a:pPr>
              <a:defRPr/>
            </a:pPr>
            <a:r>
              <a:rPr lang="en-US">
                <a:cs typeface="+mj-cs"/>
              </a:rPr>
              <a:t>Measures of Node Impurity</a:t>
            </a:r>
          </a:p>
        </p:txBody>
      </p:sp>
      <p:sp>
        <p:nvSpPr>
          <p:cNvPr id="28675" name="Rectangle 3">
            <a:extLst>
              <a:ext uri="{FF2B5EF4-FFF2-40B4-BE49-F238E27FC236}">
                <a16:creationId xmlns:a16="http://schemas.microsoft.com/office/drawing/2014/main" xmlns="" id="{60C85A6B-940F-44C4-B348-A9948B68EDF3}"/>
              </a:ext>
            </a:extLst>
          </p:cNvPr>
          <p:cNvSpPr>
            <a:spLocks noGrp="1" noChangeArrowheads="1"/>
          </p:cNvSpPr>
          <p:nvPr>
            <p:ph type="body" idx="1"/>
          </p:nvPr>
        </p:nvSpPr>
        <p:spPr/>
        <p:txBody>
          <a:bodyPr/>
          <a:lstStyle/>
          <a:p>
            <a:pPr>
              <a:buFont typeface="Monotype Sorts" charset="0"/>
              <a:buChar char="l"/>
              <a:defRPr/>
            </a:pPr>
            <a:r>
              <a:rPr lang="en-US" dirty="0">
                <a:cs typeface="+mn-cs"/>
              </a:rPr>
              <a:t>Gini Index</a:t>
            </a:r>
          </a:p>
          <a:p>
            <a:pPr>
              <a:buFont typeface="Monotype Sorts" charset="0"/>
              <a:buChar char="l"/>
              <a:defRPr/>
            </a:pPr>
            <a:endParaRPr lang="en-US" dirty="0">
              <a:cs typeface="+mn-cs"/>
            </a:endParaRPr>
          </a:p>
          <a:p>
            <a:pPr>
              <a:buFont typeface="Monotype Sorts" charset="0"/>
              <a:buChar char="l"/>
              <a:defRPr/>
            </a:pPr>
            <a:endParaRPr lang="en-US" dirty="0">
              <a:cs typeface="+mn-cs"/>
            </a:endParaRPr>
          </a:p>
          <a:p>
            <a:pPr>
              <a:buFont typeface="Monotype Sorts" charset="0"/>
              <a:buChar char="l"/>
              <a:defRPr/>
            </a:pPr>
            <a:r>
              <a:rPr lang="en-US" dirty="0">
                <a:cs typeface="+mn-cs"/>
              </a:rPr>
              <a:t>Entropy</a:t>
            </a:r>
          </a:p>
          <a:p>
            <a:pPr>
              <a:buFont typeface="Monotype Sorts" charset="0"/>
              <a:buChar char="l"/>
              <a:defRPr/>
            </a:pPr>
            <a:endParaRPr lang="en-US" dirty="0">
              <a:cs typeface="+mn-cs"/>
            </a:endParaRPr>
          </a:p>
          <a:p>
            <a:pPr>
              <a:buFont typeface="Monotype Sorts" charset="0"/>
              <a:buChar char="l"/>
              <a:defRPr/>
            </a:pPr>
            <a:endParaRPr lang="en-US" dirty="0">
              <a:cs typeface="+mn-cs"/>
            </a:endParaRPr>
          </a:p>
          <a:p>
            <a:pPr>
              <a:buFont typeface="Monotype Sorts" charset="0"/>
              <a:buChar char="l"/>
              <a:defRPr/>
            </a:pPr>
            <a:r>
              <a:rPr lang="en-US" dirty="0">
                <a:cs typeface="+mn-cs"/>
              </a:rPr>
              <a:t>Misclassification error</a:t>
            </a:r>
          </a:p>
        </p:txBody>
      </p:sp>
      <p:sp>
        <p:nvSpPr>
          <p:cNvPr id="2" name="Date Placeholder 1">
            <a:extLst>
              <a:ext uri="{FF2B5EF4-FFF2-40B4-BE49-F238E27FC236}">
                <a16:creationId xmlns:a16="http://schemas.microsoft.com/office/drawing/2014/main" xmlns="" id="{A46C6FE7-BFB7-4D58-AB43-F2AED9FCB90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0BC577CD-6375-4037-AF91-7D5217464712}"/>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EAFB50FF-0759-4EEF-8393-268F1697252F}"/>
              </a:ext>
            </a:extLst>
          </p:cNvPr>
          <p:cNvSpPr>
            <a:spLocks noGrp="1"/>
          </p:cNvSpPr>
          <p:nvPr>
            <p:ph type="sldNum" sz="quarter" idx="12"/>
          </p:nvPr>
        </p:nvSpPr>
        <p:spPr/>
        <p:txBody>
          <a:bodyPr/>
          <a:lstStyle/>
          <a:p>
            <a:pPr>
              <a:defRPr/>
            </a:pPr>
            <a:fld id="{A55D98BA-5D74-4A99-B019-B5438A47F31F}" type="slidenum">
              <a:rPr lang="en-US"/>
              <a:pPr>
                <a:defRPr/>
              </a:pPr>
              <a:t>29</a:t>
            </a:fld>
            <a:endParaRPr lang="en-US"/>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D989D467-96B7-4957-8CBB-957EA842E579}"/>
                  </a:ext>
                </a:extLst>
              </p:cNvPr>
              <p:cNvSpPr txBox="1"/>
              <p:nvPr/>
            </p:nvSpPr>
            <p:spPr>
              <a:xfrm>
                <a:off x="1613727" y="1503551"/>
                <a:ext cx="3781484"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𝐺𝑖𝑛𝑖</m:t>
                      </m:r>
                      <m:r>
                        <a:rPr lang="en-US" sz="2400" b="0" i="1" smtClean="0">
                          <a:latin typeface="Cambria Math" panose="02040503050406030204" pitchFamily="18" charset="0"/>
                        </a:rPr>
                        <m:t> </m:t>
                      </m:r>
                      <m:r>
                        <a:rPr lang="en-US" sz="2400" b="0" i="1" smtClean="0">
                          <a:latin typeface="Cambria Math" panose="02040503050406030204" pitchFamily="18" charset="0"/>
                        </a:rPr>
                        <m:t>𝐼𝑛𝑑𝑒𝑥</m:t>
                      </m:r>
                      <m:r>
                        <a:rPr lang="en-US" sz="2400" b="0" i="1" smtClean="0">
                          <a:latin typeface="Cambria Math" panose="02040503050406030204" pitchFamily="18" charset="0"/>
                        </a:rPr>
                        <m:t>=1 −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e>
                            <m:sup>
                              <m:r>
                                <a:rPr lang="en-US" sz="2400" b="0" i="1" smtClean="0">
                                  <a:latin typeface="Cambria Math" panose="02040503050406030204" pitchFamily="18" charset="0"/>
                                </a:rPr>
                                <m:t>2</m:t>
                              </m:r>
                            </m:sup>
                          </m:sSup>
                        </m:e>
                      </m:nary>
                    </m:oMath>
                  </m:oMathPara>
                </a14:m>
                <a:endParaRPr lang="en-US" sz="2400" b="0" dirty="0"/>
              </a:p>
            </p:txBody>
          </p:sp>
        </mc:Choice>
        <mc:Fallback>
          <p:sp>
            <p:nvSpPr>
              <p:cNvPr id="5" name="TextBox 4">
                <a:extLst>
                  <a:ext uri="{FF2B5EF4-FFF2-40B4-BE49-F238E27FC236}">
                    <a16:creationId xmlns:a16="http://schemas.microsoft.com/office/drawing/2014/main" xmlns="" xmlns:a14="http://schemas.microsoft.com/office/drawing/2010/main" id="{D989D467-96B7-4957-8CBB-957EA842E579}"/>
                  </a:ext>
                </a:extLst>
              </p:cNvPr>
              <p:cNvSpPr txBox="1">
                <a:spLocks noRot="1" noChangeAspect="1" noMove="1" noResize="1" noEditPoints="1" noAdjustHandles="1" noChangeArrowheads="1" noChangeShapeType="1" noTextEdit="1"/>
              </p:cNvSpPr>
              <p:nvPr/>
            </p:nvSpPr>
            <p:spPr>
              <a:xfrm>
                <a:off x="1613727" y="1503551"/>
                <a:ext cx="3781484" cy="1037848"/>
              </a:xfrm>
              <a:prstGeom prst="rect">
                <a:avLst/>
              </a:prstGeom>
              <a:blipFill>
                <a:blip r:embed="rId2" cstate="print"/>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11" name="TextBox 10">
                <a:extLst>
                  <a:ext uri="{FF2B5EF4-FFF2-40B4-BE49-F238E27FC236}">
                    <a16:creationId xmlns:a16="http://schemas.microsoft.com/office/drawing/2014/main" id="{F6438D47-46F9-4B37-925E-AF20A2580B3D}"/>
                  </a:ext>
                </a:extLst>
              </p:cNvPr>
              <p:cNvSpPr txBox="1"/>
              <p:nvPr/>
            </p:nvSpPr>
            <p:spPr>
              <a:xfrm>
                <a:off x="1613727" y="2857566"/>
                <a:ext cx="4259243"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𝐸𝑛𝑡𝑟𝑜𝑝𝑦</m:t>
                      </m:r>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𝑙𝑜</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e>
                      </m:nary>
                    </m:oMath>
                  </m:oMathPara>
                </a14:m>
                <a:endParaRPr lang="en-US" sz="2400" b="0" dirty="0"/>
              </a:p>
            </p:txBody>
          </p:sp>
        </mc:Choice>
        <mc:Fallback>
          <p:sp>
            <p:nvSpPr>
              <p:cNvPr id="11" name="TextBox 10">
                <a:extLst>
                  <a:ext uri="{FF2B5EF4-FFF2-40B4-BE49-F238E27FC236}">
                    <a16:creationId xmlns:a16="http://schemas.microsoft.com/office/drawing/2014/main" xmlns="" xmlns:a14="http://schemas.microsoft.com/office/drawing/2010/main" id="{F6438D47-46F9-4B37-925E-AF20A2580B3D}"/>
                  </a:ext>
                </a:extLst>
              </p:cNvPr>
              <p:cNvSpPr txBox="1">
                <a:spLocks noRot="1" noChangeAspect="1" noMove="1" noResize="1" noEditPoints="1" noAdjustHandles="1" noChangeArrowheads="1" noChangeShapeType="1" noTextEdit="1"/>
              </p:cNvSpPr>
              <p:nvPr/>
            </p:nvSpPr>
            <p:spPr>
              <a:xfrm>
                <a:off x="1613727" y="2857566"/>
                <a:ext cx="4259243" cy="1037848"/>
              </a:xfrm>
              <a:prstGeom prst="rect">
                <a:avLst/>
              </a:prstGeom>
              <a:blipFill>
                <a:blip r:embed="rId3" cstate="print"/>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12" name="TextBox 11">
                <a:extLst>
                  <a:ext uri="{FF2B5EF4-FFF2-40B4-BE49-F238E27FC236}">
                    <a16:creationId xmlns:a16="http://schemas.microsoft.com/office/drawing/2014/main" id="{CA2DF867-A064-4484-9470-5F98CC018994}"/>
                  </a:ext>
                </a:extLst>
              </p:cNvPr>
              <p:cNvSpPr txBox="1"/>
              <p:nvPr/>
            </p:nvSpPr>
            <p:spPr>
              <a:xfrm>
                <a:off x="1613727" y="4953000"/>
                <a:ext cx="53153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𝐶𝑙𝑎𝑠𝑠𝑖𝑓𝑖𝑐𝑎𝑡𝑖𝑜𝑛</m:t>
                      </m:r>
                      <m:r>
                        <a:rPr lang="en-US" sz="2400" b="0" i="1" smtClean="0">
                          <a:latin typeface="Cambria Math" panose="02040503050406030204" pitchFamily="18" charset="0"/>
                        </a:rPr>
                        <m:t> </m:t>
                      </m:r>
                      <m:r>
                        <a:rPr lang="en-US" sz="2400" b="0" i="1" smtClean="0">
                          <a:latin typeface="Cambria Math" panose="02040503050406030204" pitchFamily="18" charset="0"/>
                        </a:rPr>
                        <m:t>𝑒𝑟𝑟𝑜𝑟</m:t>
                      </m:r>
                      <m:r>
                        <a:rPr lang="en-US" sz="2400" b="0" i="1" smtClean="0">
                          <a:latin typeface="Cambria Math" panose="02040503050406030204" pitchFamily="18" charset="0"/>
                        </a:rPr>
                        <m:t>=</m:t>
                      </m:r>
                      <m:sSub>
                        <m:sSubPr>
                          <m:ctrlPr>
                            <a:rPr lang="en-US" sz="2400" b="0" i="1">
                              <a:latin typeface="Cambria Math" panose="02040503050406030204" pitchFamily="18" charset="0"/>
                            </a:rPr>
                          </m:ctrlPr>
                        </m:sSubPr>
                        <m:e>
                          <m:r>
                            <a:rPr lang="en-US" sz="2400" b="0" i="1">
                              <a:latin typeface="Cambria Math" panose="02040503050406030204" pitchFamily="18" charset="0"/>
                            </a:rPr>
                            <m:t>1 −</m:t>
                          </m:r>
                          <m:r>
                            <m:rPr>
                              <m:sty m:val="p"/>
                            </m:rPr>
                            <a:rPr lang="en-US" sz="2400" b="0">
                              <a:latin typeface="Cambria Math" panose="02040503050406030204" pitchFamily="18" charset="0"/>
                            </a:rPr>
                            <m:t>max</m:t>
                          </m:r>
                          <m:r>
                            <a:rPr lang="en-US" sz="2400" b="0">
                              <a:latin typeface="Cambria Math" panose="02040503050406030204" pitchFamily="18" charset="0"/>
                            </a:rPr>
                            <m:t>⁡</m:t>
                          </m:r>
                          <m:r>
                            <a:rPr lang="en-US" sz="2400" b="0" i="1">
                              <a:latin typeface="Cambria Math" panose="02040503050406030204" pitchFamily="18" charset="0"/>
                            </a:rPr>
                            <m:t>[</m:t>
                          </m:r>
                          <m:r>
                            <a:rPr lang="en-US" sz="2400" b="0" i="1">
                              <a:latin typeface="Cambria Math" panose="02040503050406030204" pitchFamily="18" charset="0"/>
                            </a:rPr>
                            <m:t>𝑝</m:t>
                          </m:r>
                        </m:e>
                        <m:sub>
                          <m:r>
                            <a:rPr lang="en-US" sz="2400" b="0" i="1">
                              <a:latin typeface="Cambria Math" panose="02040503050406030204" pitchFamily="18" charset="0"/>
                            </a:rPr>
                            <m:t>𝑖</m:t>
                          </m:r>
                        </m:sub>
                      </m:sSub>
                      <m:r>
                        <a:rPr lang="en-US" sz="2400" b="0" i="1">
                          <a:latin typeface="Cambria Math" panose="02040503050406030204" pitchFamily="18" charset="0"/>
                        </a:rPr>
                        <m:t>(</m:t>
                      </m:r>
                      <m:r>
                        <a:rPr lang="en-US" sz="2400" b="0" i="1">
                          <a:latin typeface="Cambria Math" panose="02040503050406030204" pitchFamily="18" charset="0"/>
                        </a:rPr>
                        <m:t>𝑡</m:t>
                      </m:r>
                      <m:r>
                        <a:rPr lang="en-US" sz="2400" b="0" i="1">
                          <a:latin typeface="Cambria Math" panose="02040503050406030204" pitchFamily="18" charset="0"/>
                        </a:rPr>
                        <m:t>)]</m:t>
                      </m:r>
                    </m:oMath>
                  </m:oMathPara>
                </a14:m>
                <a:endParaRPr lang="en-US" sz="2400" b="0" dirty="0"/>
              </a:p>
            </p:txBody>
          </p:sp>
        </mc:Choice>
        <mc:Fallback>
          <p:sp>
            <p:nvSpPr>
              <p:cNvPr id="12" name="TextBox 11">
                <a:extLst>
                  <a:ext uri="{FF2B5EF4-FFF2-40B4-BE49-F238E27FC236}">
                    <a16:creationId xmlns:a16="http://schemas.microsoft.com/office/drawing/2014/main" xmlns="" xmlns:a14="http://schemas.microsoft.com/office/drawing/2010/main" id="{CA2DF867-A064-4484-9470-5F98CC018994}"/>
                  </a:ext>
                </a:extLst>
              </p:cNvPr>
              <p:cNvSpPr txBox="1">
                <a:spLocks noRot="1" noChangeAspect="1" noMove="1" noResize="1" noEditPoints="1" noAdjustHandles="1" noChangeArrowheads="1" noChangeShapeType="1" noTextEdit="1"/>
              </p:cNvSpPr>
              <p:nvPr/>
            </p:nvSpPr>
            <p:spPr>
              <a:xfrm>
                <a:off x="1613727" y="4953000"/>
                <a:ext cx="5315301" cy="369332"/>
              </a:xfrm>
              <a:prstGeom prst="rect">
                <a:avLst/>
              </a:prstGeom>
              <a:blipFill>
                <a:blip r:embed="rId4" cstate="print"/>
                <a:stretch>
                  <a:fillRect l="-1491" r="-1491" b="-3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3963CADD-D3F9-4F19-86AC-DFFC8646078B}"/>
                  </a:ext>
                </a:extLst>
              </p:cNvPr>
              <p:cNvSpPr txBox="1"/>
              <p:nvPr/>
            </p:nvSpPr>
            <p:spPr>
              <a:xfrm>
                <a:off x="5562600" y="1492518"/>
                <a:ext cx="3414268" cy="1015663"/>
              </a:xfrm>
              <a:prstGeom prst="rect">
                <a:avLst/>
              </a:prstGeom>
              <a:noFill/>
            </p:spPr>
            <p:txBody>
              <a:bodyPr wrap="square" rtlCol="0">
                <a:spAutoFit/>
              </a:bodyPr>
              <a:lstStyle/>
              <a:p>
                <a:r>
                  <a:rPr lang="en-US" sz="2000" b="0" dirty="0">
                    <a:latin typeface="Cambria Math" panose="02040503050406030204" pitchFamily="18" charset="0"/>
                    <a:ea typeface="Cambria Math" panose="02040503050406030204" pitchFamily="18" charset="0"/>
                  </a:rPr>
                  <a:t>Where</a:t>
                </a:r>
                <a:r>
                  <a:rPr lang="en-US" sz="2000"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𝒑</m:t>
                        </m:r>
                      </m:e>
                      <m:sub>
                        <m:r>
                          <a:rPr lang="en-US" sz="2000" i="1">
                            <a:latin typeface="Cambria Math" panose="02040503050406030204" pitchFamily="18" charset="0"/>
                          </a:rPr>
                          <m:t>𝒊</m:t>
                        </m:r>
                      </m:sub>
                    </m:sSub>
                    <m:d>
                      <m:dPr>
                        <m:ctrlPr>
                          <a:rPr lang="en-US" sz="2000" i="1">
                            <a:latin typeface="Cambria Math" panose="02040503050406030204" pitchFamily="18" charset="0"/>
                          </a:rPr>
                        </m:ctrlPr>
                      </m:dPr>
                      <m:e>
                        <m:r>
                          <a:rPr lang="en-US" sz="2000" i="1">
                            <a:latin typeface="Cambria Math" panose="02040503050406030204" pitchFamily="18" charset="0"/>
                          </a:rPr>
                          <m:t>𝒕</m:t>
                        </m:r>
                      </m:e>
                    </m:d>
                  </m:oMath>
                </a14:m>
                <a:r>
                  <a:rPr lang="en-US" sz="2000" dirty="0">
                    <a:latin typeface="Cambria Math" panose="02040503050406030204" pitchFamily="18" charset="0"/>
                    <a:ea typeface="Cambria Math" panose="02040503050406030204" pitchFamily="18" charset="0"/>
                  </a:rPr>
                  <a:t> </a:t>
                </a:r>
                <a:r>
                  <a:rPr lang="en-US" sz="2000" b="0" dirty="0">
                    <a:latin typeface="Cambria Math" panose="02040503050406030204" pitchFamily="18" charset="0"/>
                    <a:ea typeface="Cambria Math" panose="02040503050406030204" pitchFamily="18" charset="0"/>
                  </a:rPr>
                  <a:t>is the frequency of class</a:t>
                </a:r>
                <a:r>
                  <a:rPr lang="en-US" sz="2000" dirty="0">
                    <a:latin typeface="Cambria Math" panose="02040503050406030204" pitchFamily="18" charset="0"/>
                    <a:ea typeface="Cambria Math" panose="02040503050406030204" pitchFamily="18" charset="0"/>
                  </a:rPr>
                  <a:t> </a:t>
                </a:r>
                <a14:m>
                  <m:oMath xmlns:m="http://schemas.openxmlformats.org/officeDocument/2006/math">
                    <m:r>
                      <a:rPr lang="en-US" sz="2000" i="1">
                        <a:latin typeface="Cambria Math" panose="02040503050406030204" pitchFamily="18" charset="0"/>
                      </a:rPr>
                      <m:t>𝒊</m:t>
                    </m:r>
                  </m:oMath>
                </a14:m>
                <a:r>
                  <a:rPr lang="en-US" sz="2000" dirty="0"/>
                  <a:t> </a:t>
                </a:r>
                <a:r>
                  <a:rPr lang="en-US" sz="2000" b="0" dirty="0"/>
                  <a:t>at node </a:t>
                </a:r>
                <a:r>
                  <a:rPr lang="en-US" sz="2000" dirty="0"/>
                  <a:t>t</a:t>
                </a:r>
                <a:r>
                  <a:rPr lang="en-US" sz="2000" b="0" dirty="0"/>
                  <a:t>, and </a:t>
                </a:r>
                <a14:m>
                  <m:oMath xmlns:m="http://schemas.openxmlformats.org/officeDocument/2006/math">
                    <m:r>
                      <a:rPr lang="en-US" sz="2000" i="1">
                        <a:latin typeface="Cambria Math" panose="02040503050406030204" pitchFamily="18" charset="0"/>
                      </a:rPr>
                      <m:t>𝒄</m:t>
                    </m:r>
                  </m:oMath>
                </a14:m>
                <a:r>
                  <a:rPr lang="en-US" sz="2000" dirty="0"/>
                  <a:t> </a:t>
                </a:r>
                <a:r>
                  <a:rPr lang="en-US" sz="2000" b="0" dirty="0"/>
                  <a:t>is the total number of classes  </a:t>
                </a:r>
              </a:p>
            </p:txBody>
          </p:sp>
        </mc:Choice>
        <mc:Fallback>
          <p:sp>
            <p:nvSpPr>
              <p:cNvPr id="6" name="TextBox 5">
                <a:extLst>
                  <a:ext uri="{FF2B5EF4-FFF2-40B4-BE49-F238E27FC236}">
                    <a16:creationId xmlns:a16="http://schemas.microsoft.com/office/drawing/2014/main" xmlns="" xmlns:a14="http://schemas.microsoft.com/office/drawing/2010/main" id="{3963CADD-D3F9-4F19-86AC-DFFC8646078B}"/>
                  </a:ext>
                </a:extLst>
              </p:cNvPr>
              <p:cNvSpPr txBox="1">
                <a:spLocks noRot="1" noChangeAspect="1" noMove="1" noResize="1" noEditPoints="1" noAdjustHandles="1" noChangeArrowheads="1" noChangeShapeType="1" noTextEdit="1"/>
              </p:cNvSpPr>
              <p:nvPr/>
            </p:nvSpPr>
            <p:spPr>
              <a:xfrm>
                <a:off x="5562600" y="1492518"/>
                <a:ext cx="3414268" cy="1015663"/>
              </a:xfrm>
              <a:prstGeom prst="rect">
                <a:avLst/>
              </a:prstGeom>
              <a:blipFill>
                <a:blip r:embed="rId5" cstate="print"/>
                <a:stretch>
                  <a:fillRect l="-1964" t="-3614" b="-10843"/>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xmlns="" id="{244D1B4C-BCFD-4053-A8A8-B00A36AA0CA1}"/>
              </a:ext>
            </a:extLst>
          </p:cNvPr>
          <p:cNvSpPr>
            <a:spLocks noGrp="1" noChangeArrowheads="1"/>
          </p:cNvSpPr>
          <p:nvPr>
            <p:ph type="title"/>
          </p:nvPr>
        </p:nvSpPr>
        <p:spPr/>
        <p:txBody>
          <a:bodyPr/>
          <a:lstStyle/>
          <a:p>
            <a:pPr>
              <a:defRPr/>
            </a:pPr>
            <a:r>
              <a:rPr lang="en-US">
                <a:cs typeface="+mj-cs"/>
              </a:rPr>
              <a:t>Finding the Best Split</a:t>
            </a:r>
          </a:p>
        </p:txBody>
      </p:sp>
      <p:sp>
        <p:nvSpPr>
          <p:cNvPr id="29699" name="Rectangle 3">
            <a:extLst>
              <a:ext uri="{FF2B5EF4-FFF2-40B4-BE49-F238E27FC236}">
                <a16:creationId xmlns:a16="http://schemas.microsoft.com/office/drawing/2014/main" xmlns="" id="{A3746315-F746-4C9B-B482-446D51640AF7}"/>
              </a:ext>
            </a:extLst>
          </p:cNvPr>
          <p:cNvSpPr>
            <a:spLocks noGrp="1" noChangeArrowheads="1"/>
          </p:cNvSpPr>
          <p:nvPr>
            <p:ph type="body" idx="1"/>
          </p:nvPr>
        </p:nvSpPr>
        <p:spPr/>
        <p:txBody>
          <a:bodyPr>
            <a:normAutofit/>
          </a:bodyPr>
          <a:lstStyle/>
          <a:p>
            <a:pPr marL="533400" indent="-533400">
              <a:buFont typeface="Monotype Sorts" charset="0"/>
              <a:buAutoNum type="arabicPeriod"/>
              <a:defRPr/>
            </a:pPr>
            <a:r>
              <a:rPr lang="en-US" dirty="0">
                <a:cs typeface="+mn-cs"/>
              </a:rPr>
              <a:t>Compute impurity measure (P) before splitting</a:t>
            </a:r>
          </a:p>
          <a:p>
            <a:pPr marL="533400" indent="-533400">
              <a:buFont typeface="Monotype Sorts" charset="0"/>
              <a:buAutoNum type="arabicPeriod"/>
              <a:defRPr/>
            </a:pPr>
            <a:r>
              <a:rPr lang="en-US" dirty="0">
                <a:cs typeface="+mn-cs"/>
              </a:rPr>
              <a:t>Compute impurity measure (M) after splitting</a:t>
            </a:r>
          </a:p>
          <a:p>
            <a:pPr lvl="2">
              <a:buFont typeface="Monotype Sorts" charset="0"/>
              <a:buChar char="l"/>
              <a:defRPr/>
            </a:pPr>
            <a:r>
              <a:rPr lang="en-US" dirty="0"/>
              <a:t> Compute impurity measure of each child node</a:t>
            </a:r>
          </a:p>
          <a:p>
            <a:pPr lvl="2">
              <a:buFont typeface="Monotype Sorts" charset="0"/>
              <a:buChar char="l"/>
              <a:defRPr/>
            </a:pPr>
            <a:r>
              <a:rPr lang="en-US" dirty="0"/>
              <a:t> M is the weighted impurity of child nodes</a:t>
            </a:r>
          </a:p>
          <a:p>
            <a:pPr marL="533400" indent="-533400">
              <a:buFont typeface="Monotype Sorts" charset="0"/>
              <a:buAutoNum type="arabicPeriod"/>
              <a:defRPr/>
            </a:pPr>
            <a:r>
              <a:rPr lang="en-US" dirty="0">
                <a:cs typeface="+mn-cs"/>
              </a:rPr>
              <a:t>Choose the attribute test condition that produces the highest gain</a:t>
            </a:r>
            <a:br>
              <a:rPr lang="en-US" dirty="0">
                <a:cs typeface="+mn-cs"/>
              </a:rPr>
            </a:br>
            <a:r>
              <a:rPr lang="en-US" dirty="0">
                <a:cs typeface="+mn-cs"/>
              </a:rPr>
              <a:t> </a:t>
            </a:r>
          </a:p>
          <a:p>
            <a:pPr marL="622300" lvl="2">
              <a:buNone/>
              <a:defRPr/>
            </a:pPr>
            <a:r>
              <a:rPr lang="en-US" b="1" dirty="0">
                <a:cs typeface="+mn-cs"/>
              </a:rPr>
              <a:t>		Gain = P - M</a:t>
            </a:r>
            <a:br>
              <a:rPr lang="en-US" b="1" dirty="0">
                <a:cs typeface="+mn-cs"/>
              </a:rPr>
            </a:br>
            <a:r>
              <a:rPr lang="en-US" dirty="0">
                <a:cs typeface="+mn-cs"/>
              </a:rPr>
              <a:t/>
            </a:r>
            <a:br>
              <a:rPr lang="en-US" dirty="0">
                <a:cs typeface="+mn-cs"/>
              </a:rPr>
            </a:br>
            <a:r>
              <a:rPr lang="en-US" dirty="0">
                <a:cs typeface="+mn-cs"/>
              </a:rPr>
              <a:t>or equivalently, lowest impurity measure after splitting (M) </a:t>
            </a:r>
          </a:p>
        </p:txBody>
      </p:sp>
      <p:sp>
        <p:nvSpPr>
          <p:cNvPr id="2" name="Date Placeholder 1">
            <a:extLst>
              <a:ext uri="{FF2B5EF4-FFF2-40B4-BE49-F238E27FC236}">
                <a16:creationId xmlns:a16="http://schemas.microsoft.com/office/drawing/2014/main" xmlns="" id="{EE202057-6E88-4776-B3DD-90DE09D18DD2}"/>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149AC9CC-4880-4F2B-8474-E114AB15EC91}"/>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8AD9241-5E8D-4758-92D6-5706D5184BF8}"/>
              </a:ext>
            </a:extLst>
          </p:cNvPr>
          <p:cNvSpPr>
            <a:spLocks noGrp="1"/>
          </p:cNvSpPr>
          <p:nvPr>
            <p:ph type="sldNum" sz="quarter" idx="12"/>
          </p:nvPr>
        </p:nvSpPr>
        <p:spPr/>
        <p:txBody>
          <a:bodyPr/>
          <a:lstStyle/>
          <a:p>
            <a:pPr>
              <a:defRPr/>
            </a:pPr>
            <a:fld id="{66B3FB04-30F3-4A8B-896F-A2FC78A6A289}" type="slidenum">
              <a:rPr lang="en-US"/>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xmlns="" id="{F9040E99-A410-4EAB-8F1D-C56E481F57F7}"/>
              </a:ext>
            </a:extLst>
          </p:cNvPr>
          <p:cNvSpPr>
            <a:spLocks noGrp="1" noChangeArrowheads="1"/>
          </p:cNvSpPr>
          <p:nvPr>
            <p:ph type="title"/>
          </p:nvPr>
        </p:nvSpPr>
        <p:spPr/>
        <p:txBody>
          <a:bodyPr/>
          <a:lstStyle/>
          <a:p>
            <a:pPr>
              <a:defRPr/>
            </a:pPr>
            <a:r>
              <a:rPr lang="en-US">
                <a:cs typeface="+mj-cs"/>
              </a:rPr>
              <a:t>Finding the Best Split</a:t>
            </a:r>
          </a:p>
        </p:txBody>
      </p:sp>
      <p:sp>
        <p:nvSpPr>
          <p:cNvPr id="36866" name="Oval 4">
            <a:extLst>
              <a:ext uri="{FF2B5EF4-FFF2-40B4-BE49-F238E27FC236}">
                <a16:creationId xmlns:a16="http://schemas.microsoft.com/office/drawing/2014/main" xmlns="" id="{72DB59C1-3D4C-4DE2-8467-134D5FC0ECD4}"/>
              </a:ext>
            </a:extLst>
          </p:cNvPr>
          <p:cNvSpPr>
            <a:spLocks noChangeArrowheads="1"/>
          </p:cNvSpPr>
          <p:nvPr/>
        </p:nvSpPr>
        <p:spPr bwMode="auto">
          <a:xfrm>
            <a:off x="6477000" y="1828800"/>
            <a:ext cx="1009650" cy="454025"/>
          </a:xfrm>
          <a:prstGeom prst="ellipse">
            <a:avLst/>
          </a:prstGeom>
          <a:solidFill>
            <a:srgbClr val="FFFFFF"/>
          </a:solidFill>
          <a:ln w="9525">
            <a:solidFill>
              <a:schemeClr val="tx1"/>
            </a:solidFill>
            <a:round/>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2000" b="0">
                <a:latin typeface="Times New Roman" panose="02020603050405020304" pitchFamily="18" charset="0"/>
              </a:rPr>
              <a:t>B?</a:t>
            </a:r>
            <a:endParaRPr lang="en-US" altLang="en-US" sz="2400" b="0">
              <a:latin typeface="Times New Roman" panose="02020603050405020304" pitchFamily="18" charset="0"/>
            </a:endParaRPr>
          </a:p>
        </p:txBody>
      </p:sp>
      <p:sp>
        <p:nvSpPr>
          <p:cNvPr id="36867" name="Line 5">
            <a:extLst>
              <a:ext uri="{FF2B5EF4-FFF2-40B4-BE49-F238E27FC236}">
                <a16:creationId xmlns:a16="http://schemas.microsoft.com/office/drawing/2014/main" xmlns="" id="{9B76AFB6-B62E-45FA-BF1B-2A57C299EEA3}"/>
              </a:ext>
            </a:extLst>
          </p:cNvPr>
          <p:cNvSpPr>
            <a:spLocks noChangeShapeType="1"/>
          </p:cNvSpPr>
          <p:nvPr/>
        </p:nvSpPr>
        <p:spPr bwMode="auto">
          <a:xfrm flipH="1">
            <a:off x="5902325" y="2286000"/>
            <a:ext cx="11080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6868" name="Line 6">
            <a:extLst>
              <a:ext uri="{FF2B5EF4-FFF2-40B4-BE49-F238E27FC236}">
                <a16:creationId xmlns:a16="http://schemas.microsoft.com/office/drawing/2014/main" xmlns="" id="{25CDC5C2-2488-42F5-B0B1-0EEC169929E2}"/>
              </a:ext>
            </a:extLst>
          </p:cNvPr>
          <p:cNvSpPr>
            <a:spLocks noChangeShapeType="1"/>
          </p:cNvSpPr>
          <p:nvPr/>
        </p:nvSpPr>
        <p:spPr bwMode="auto">
          <a:xfrm>
            <a:off x="7010400" y="2286000"/>
            <a:ext cx="11842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6869" name="Text Box 7">
            <a:extLst>
              <a:ext uri="{FF2B5EF4-FFF2-40B4-BE49-F238E27FC236}">
                <a16:creationId xmlns:a16="http://schemas.microsoft.com/office/drawing/2014/main" xmlns="" id="{D594DF99-5476-4721-8488-0145C10C4E22}"/>
              </a:ext>
            </a:extLst>
          </p:cNvPr>
          <p:cNvSpPr txBox="1">
            <a:spLocks noChangeArrowheads="1"/>
          </p:cNvSpPr>
          <p:nvPr/>
        </p:nvSpPr>
        <p:spPr bwMode="auto">
          <a:xfrm>
            <a:off x="5629275" y="2401888"/>
            <a:ext cx="5397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Yes</a:t>
            </a:r>
          </a:p>
        </p:txBody>
      </p:sp>
      <p:sp>
        <p:nvSpPr>
          <p:cNvPr id="36870" name="Text Box 8">
            <a:extLst>
              <a:ext uri="{FF2B5EF4-FFF2-40B4-BE49-F238E27FC236}">
                <a16:creationId xmlns:a16="http://schemas.microsoft.com/office/drawing/2014/main" xmlns="" id="{2E2E52A2-A299-4B77-AF36-97ABADFE4C65}"/>
              </a:ext>
            </a:extLst>
          </p:cNvPr>
          <p:cNvSpPr txBox="1">
            <a:spLocks noChangeArrowheads="1"/>
          </p:cNvSpPr>
          <p:nvPr/>
        </p:nvSpPr>
        <p:spPr bwMode="auto">
          <a:xfrm>
            <a:off x="8118475" y="2401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a:t>
            </a:r>
          </a:p>
        </p:txBody>
      </p:sp>
      <p:sp>
        <p:nvSpPr>
          <p:cNvPr id="36871" name="Rectangle 9">
            <a:extLst>
              <a:ext uri="{FF2B5EF4-FFF2-40B4-BE49-F238E27FC236}">
                <a16:creationId xmlns:a16="http://schemas.microsoft.com/office/drawing/2014/main" xmlns="" id="{A442257A-610D-49F8-9C2B-A5163A1FDFC5}"/>
              </a:ext>
            </a:extLst>
          </p:cNvPr>
          <p:cNvSpPr>
            <a:spLocks noChangeArrowheads="1"/>
          </p:cNvSpPr>
          <p:nvPr/>
        </p:nvSpPr>
        <p:spPr bwMode="auto">
          <a:xfrm>
            <a:off x="5486400" y="30114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N3</a:t>
            </a:r>
          </a:p>
        </p:txBody>
      </p:sp>
      <p:sp>
        <p:nvSpPr>
          <p:cNvPr id="36872" name="Rectangle 10">
            <a:extLst>
              <a:ext uri="{FF2B5EF4-FFF2-40B4-BE49-F238E27FC236}">
                <a16:creationId xmlns:a16="http://schemas.microsoft.com/office/drawing/2014/main" xmlns="" id="{0BE9CB00-005C-4D8A-9098-0434A5126B54}"/>
              </a:ext>
            </a:extLst>
          </p:cNvPr>
          <p:cNvSpPr>
            <a:spLocks noChangeArrowheads="1"/>
          </p:cNvSpPr>
          <p:nvPr/>
        </p:nvSpPr>
        <p:spPr bwMode="auto">
          <a:xfrm>
            <a:off x="7673975" y="30114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N4</a:t>
            </a:r>
          </a:p>
        </p:txBody>
      </p:sp>
      <p:sp>
        <p:nvSpPr>
          <p:cNvPr id="36873" name="Oval 11">
            <a:extLst>
              <a:ext uri="{FF2B5EF4-FFF2-40B4-BE49-F238E27FC236}">
                <a16:creationId xmlns:a16="http://schemas.microsoft.com/office/drawing/2014/main" xmlns="" id="{430DF567-FB44-42BA-BDD4-A4E057B02C62}"/>
              </a:ext>
            </a:extLst>
          </p:cNvPr>
          <p:cNvSpPr>
            <a:spLocks noChangeArrowheads="1"/>
          </p:cNvSpPr>
          <p:nvPr/>
        </p:nvSpPr>
        <p:spPr bwMode="auto">
          <a:xfrm>
            <a:off x="1447800" y="1752600"/>
            <a:ext cx="1009650" cy="454025"/>
          </a:xfrm>
          <a:prstGeom prst="ellipse">
            <a:avLst/>
          </a:prstGeom>
          <a:solidFill>
            <a:srgbClr val="FFFFFF"/>
          </a:solidFill>
          <a:ln w="9525">
            <a:solidFill>
              <a:schemeClr val="tx1"/>
            </a:solidFill>
            <a:round/>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2000" b="0">
                <a:latin typeface="Times New Roman" panose="02020603050405020304" pitchFamily="18" charset="0"/>
              </a:rPr>
              <a:t>A?</a:t>
            </a:r>
            <a:endParaRPr lang="en-US" altLang="en-US" sz="2400" b="0">
              <a:latin typeface="Times New Roman" panose="02020603050405020304" pitchFamily="18" charset="0"/>
            </a:endParaRPr>
          </a:p>
        </p:txBody>
      </p:sp>
      <p:sp>
        <p:nvSpPr>
          <p:cNvPr id="36874" name="Line 12">
            <a:extLst>
              <a:ext uri="{FF2B5EF4-FFF2-40B4-BE49-F238E27FC236}">
                <a16:creationId xmlns:a16="http://schemas.microsoft.com/office/drawing/2014/main" xmlns="" id="{09CD20DE-FD67-41A3-B19D-7BEA63F29132}"/>
              </a:ext>
            </a:extLst>
          </p:cNvPr>
          <p:cNvSpPr>
            <a:spLocks noChangeShapeType="1"/>
          </p:cNvSpPr>
          <p:nvPr/>
        </p:nvSpPr>
        <p:spPr bwMode="auto">
          <a:xfrm flipH="1">
            <a:off x="873125" y="2209800"/>
            <a:ext cx="11080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6875" name="Line 13">
            <a:extLst>
              <a:ext uri="{FF2B5EF4-FFF2-40B4-BE49-F238E27FC236}">
                <a16:creationId xmlns:a16="http://schemas.microsoft.com/office/drawing/2014/main" xmlns="" id="{5E78F2C8-48DF-4673-8305-990AB566FCC0}"/>
              </a:ext>
            </a:extLst>
          </p:cNvPr>
          <p:cNvSpPr>
            <a:spLocks noChangeShapeType="1"/>
          </p:cNvSpPr>
          <p:nvPr/>
        </p:nvSpPr>
        <p:spPr bwMode="auto">
          <a:xfrm>
            <a:off x="1981200" y="2209800"/>
            <a:ext cx="11842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6876" name="Text Box 14">
            <a:extLst>
              <a:ext uri="{FF2B5EF4-FFF2-40B4-BE49-F238E27FC236}">
                <a16:creationId xmlns:a16="http://schemas.microsoft.com/office/drawing/2014/main" xmlns="" id="{64A775CD-B2F1-4DE7-A46F-121F8E12874D}"/>
              </a:ext>
            </a:extLst>
          </p:cNvPr>
          <p:cNvSpPr txBox="1">
            <a:spLocks noChangeArrowheads="1"/>
          </p:cNvSpPr>
          <p:nvPr/>
        </p:nvSpPr>
        <p:spPr bwMode="auto">
          <a:xfrm>
            <a:off x="600075" y="2325688"/>
            <a:ext cx="5397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Yes</a:t>
            </a:r>
          </a:p>
        </p:txBody>
      </p:sp>
      <p:sp>
        <p:nvSpPr>
          <p:cNvPr id="36877" name="Text Box 15">
            <a:extLst>
              <a:ext uri="{FF2B5EF4-FFF2-40B4-BE49-F238E27FC236}">
                <a16:creationId xmlns:a16="http://schemas.microsoft.com/office/drawing/2014/main" xmlns="" id="{D88DBA1E-33DA-4E53-80FE-07E1530D1E4E}"/>
              </a:ext>
            </a:extLst>
          </p:cNvPr>
          <p:cNvSpPr txBox="1">
            <a:spLocks noChangeArrowheads="1"/>
          </p:cNvSpPr>
          <p:nvPr/>
        </p:nvSpPr>
        <p:spPr bwMode="auto">
          <a:xfrm>
            <a:off x="3089275" y="23256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a:t>
            </a:r>
          </a:p>
        </p:txBody>
      </p:sp>
      <p:sp>
        <p:nvSpPr>
          <p:cNvPr id="36878" name="Rectangle 16">
            <a:extLst>
              <a:ext uri="{FF2B5EF4-FFF2-40B4-BE49-F238E27FC236}">
                <a16:creationId xmlns:a16="http://schemas.microsoft.com/office/drawing/2014/main" xmlns="" id="{3FFB2629-BD43-4A6B-8875-CCE4B398D427}"/>
              </a:ext>
            </a:extLst>
          </p:cNvPr>
          <p:cNvSpPr>
            <a:spLocks noChangeArrowheads="1"/>
          </p:cNvSpPr>
          <p:nvPr/>
        </p:nvSpPr>
        <p:spPr bwMode="auto">
          <a:xfrm>
            <a:off x="457200" y="29352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N1</a:t>
            </a:r>
          </a:p>
        </p:txBody>
      </p:sp>
      <p:sp>
        <p:nvSpPr>
          <p:cNvPr id="36879" name="Rectangle 17">
            <a:extLst>
              <a:ext uri="{FF2B5EF4-FFF2-40B4-BE49-F238E27FC236}">
                <a16:creationId xmlns:a16="http://schemas.microsoft.com/office/drawing/2014/main" xmlns="" id="{845E5EA6-6945-40ED-9AB5-C2DC83AA2EBA}"/>
              </a:ext>
            </a:extLst>
          </p:cNvPr>
          <p:cNvSpPr>
            <a:spLocks noChangeArrowheads="1"/>
          </p:cNvSpPr>
          <p:nvPr/>
        </p:nvSpPr>
        <p:spPr bwMode="auto">
          <a:xfrm>
            <a:off x="2644775" y="29352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N2</a:t>
            </a:r>
          </a:p>
        </p:txBody>
      </p:sp>
      <p:sp>
        <p:nvSpPr>
          <p:cNvPr id="36880" name="Text Box 18">
            <a:extLst>
              <a:ext uri="{FF2B5EF4-FFF2-40B4-BE49-F238E27FC236}">
                <a16:creationId xmlns:a16="http://schemas.microsoft.com/office/drawing/2014/main" xmlns="" id="{646251EA-A7AA-4D8C-ADD7-CF96BD42567D}"/>
              </a:ext>
            </a:extLst>
          </p:cNvPr>
          <p:cNvSpPr txBox="1">
            <a:spLocks noChangeArrowheads="1"/>
          </p:cNvSpPr>
          <p:nvPr/>
        </p:nvSpPr>
        <p:spPr bwMode="auto">
          <a:xfrm>
            <a:off x="1905000" y="1066800"/>
            <a:ext cx="1981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t>Before Splitting:</a:t>
            </a:r>
          </a:p>
        </p:txBody>
      </p:sp>
      <p:graphicFrame>
        <p:nvGraphicFramePr>
          <p:cNvPr id="36881" name="Object 20">
            <a:extLst>
              <a:ext uri="{FF2B5EF4-FFF2-40B4-BE49-F238E27FC236}">
                <a16:creationId xmlns:a16="http://schemas.microsoft.com/office/drawing/2014/main" xmlns="" id="{7288883A-481C-4F83-B545-39CEB73425FD}"/>
              </a:ext>
            </a:extLst>
          </p:cNvPr>
          <p:cNvGraphicFramePr>
            <a:graphicFrameLocks noGrp="1" noChangeAspect="1"/>
          </p:cNvGraphicFramePr>
          <p:nvPr>
            <p:ph idx="1"/>
          </p:nvPr>
        </p:nvGraphicFramePr>
        <p:xfrm>
          <a:off x="80963" y="3581400"/>
          <a:ext cx="1665287" cy="698500"/>
        </p:xfrm>
        <a:graphic>
          <a:graphicData uri="http://schemas.openxmlformats.org/presentationml/2006/ole">
            <p:oleObj spid="_x0000_s37262" name="Document" r:id="rId3" imgW="3325066" imgH="1394657" progId="Word.Document.8">
              <p:embed/>
            </p:oleObj>
          </a:graphicData>
        </a:graphic>
      </p:graphicFrame>
      <p:graphicFrame>
        <p:nvGraphicFramePr>
          <p:cNvPr id="36882" name="Object 27">
            <a:extLst>
              <a:ext uri="{FF2B5EF4-FFF2-40B4-BE49-F238E27FC236}">
                <a16:creationId xmlns:a16="http://schemas.microsoft.com/office/drawing/2014/main" xmlns="" id="{E9DA3913-BA37-4CD6-B589-349287EC8B53}"/>
              </a:ext>
            </a:extLst>
          </p:cNvPr>
          <p:cNvGraphicFramePr>
            <a:graphicFrameLocks noChangeAspect="1"/>
          </p:cNvGraphicFramePr>
          <p:nvPr/>
        </p:nvGraphicFramePr>
        <p:xfrm>
          <a:off x="2366963" y="3586163"/>
          <a:ext cx="1636712" cy="681037"/>
        </p:xfrm>
        <a:graphic>
          <a:graphicData uri="http://schemas.openxmlformats.org/presentationml/2006/ole">
            <p:oleObj spid="_x0000_s37263" name="Document" r:id="rId4" imgW="3325066" imgH="1394657" progId="Word.Document.8">
              <p:embed/>
            </p:oleObj>
          </a:graphicData>
        </a:graphic>
      </p:graphicFrame>
      <p:graphicFrame>
        <p:nvGraphicFramePr>
          <p:cNvPr id="36883" name="Object 28">
            <a:extLst>
              <a:ext uri="{FF2B5EF4-FFF2-40B4-BE49-F238E27FC236}">
                <a16:creationId xmlns:a16="http://schemas.microsoft.com/office/drawing/2014/main" xmlns="" id="{0C0748CF-44F5-4649-BA5A-7B1451BC8AB5}"/>
              </a:ext>
            </a:extLst>
          </p:cNvPr>
          <p:cNvGraphicFramePr>
            <a:graphicFrameLocks noChangeAspect="1"/>
          </p:cNvGraphicFramePr>
          <p:nvPr/>
        </p:nvGraphicFramePr>
        <p:xfrm>
          <a:off x="5110163" y="3586163"/>
          <a:ext cx="1636712" cy="681037"/>
        </p:xfrm>
        <a:graphic>
          <a:graphicData uri="http://schemas.openxmlformats.org/presentationml/2006/ole">
            <p:oleObj spid="_x0000_s37264" name="Document" r:id="rId5" imgW="3340218" imgH="1394657" progId="Word.Document.8">
              <p:embed/>
            </p:oleObj>
          </a:graphicData>
        </a:graphic>
      </p:graphicFrame>
      <p:graphicFrame>
        <p:nvGraphicFramePr>
          <p:cNvPr id="36884" name="Object 29">
            <a:extLst>
              <a:ext uri="{FF2B5EF4-FFF2-40B4-BE49-F238E27FC236}">
                <a16:creationId xmlns:a16="http://schemas.microsoft.com/office/drawing/2014/main" xmlns="" id="{E02CD5EA-C7B8-40BF-A963-6E45B9C475D6}"/>
              </a:ext>
            </a:extLst>
          </p:cNvPr>
          <p:cNvGraphicFramePr>
            <a:graphicFrameLocks noChangeAspect="1"/>
          </p:cNvGraphicFramePr>
          <p:nvPr/>
        </p:nvGraphicFramePr>
        <p:xfrm>
          <a:off x="7396163" y="3586163"/>
          <a:ext cx="1595437" cy="660400"/>
        </p:xfrm>
        <a:graphic>
          <a:graphicData uri="http://schemas.openxmlformats.org/presentationml/2006/ole">
            <p:oleObj spid="_x0000_s37265" name="Document" r:id="rId6" imgW="3348154" imgH="1394657" progId="Word.Document.8">
              <p:embed/>
            </p:oleObj>
          </a:graphicData>
        </a:graphic>
      </p:graphicFrame>
      <p:graphicFrame>
        <p:nvGraphicFramePr>
          <p:cNvPr id="36885" name="Object 33">
            <a:extLst>
              <a:ext uri="{FF2B5EF4-FFF2-40B4-BE49-F238E27FC236}">
                <a16:creationId xmlns:a16="http://schemas.microsoft.com/office/drawing/2014/main" xmlns="" id="{932BFF67-D515-4314-B21D-02FDC8D20226}"/>
              </a:ext>
            </a:extLst>
          </p:cNvPr>
          <p:cNvGraphicFramePr>
            <a:graphicFrameLocks noChangeAspect="1"/>
          </p:cNvGraphicFramePr>
          <p:nvPr/>
        </p:nvGraphicFramePr>
        <p:xfrm>
          <a:off x="3962400" y="1066800"/>
          <a:ext cx="1595438" cy="660400"/>
        </p:xfrm>
        <a:graphic>
          <a:graphicData uri="http://schemas.openxmlformats.org/presentationml/2006/ole">
            <p:oleObj spid="_x0000_s37266" name="Document" r:id="rId7" imgW="3332642" imgH="1394657" progId="Word.Document.8">
              <p:embed/>
            </p:oleObj>
          </a:graphicData>
        </a:graphic>
      </p:graphicFrame>
      <p:grpSp>
        <p:nvGrpSpPr>
          <p:cNvPr id="924722" name="Group 50">
            <a:extLst>
              <a:ext uri="{FF2B5EF4-FFF2-40B4-BE49-F238E27FC236}">
                <a16:creationId xmlns:a16="http://schemas.microsoft.com/office/drawing/2014/main" xmlns="" id="{30A38AE0-76CA-41B5-A7F2-FBDA3DE52A24}"/>
              </a:ext>
            </a:extLst>
          </p:cNvPr>
          <p:cNvGrpSpPr>
            <a:grpSpLocks/>
          </p:cNvGrpSpPr>
          <p:nvPr/>
        </p:nvGrpSpPr>
        <p:grpSpPr bwMode="auto">
          <a:xfrm>
            <a:off x="5715000" y="1066800"/>
            <a:ext cx="1295400" cy="396875"/>
            <a:chOff x="3600" y="768"/>
            <a:chExt cx="816" cy="250"/>
          </a:xfrm>
        </p:grpSpPr>
        <p:sp>
          <p:nvSpPr>
            <p:cNvPr id="36905" name="Line 34">
              <a:extLst>
                <a:ext uri="{FF2B5EF4-FFF2-40B4-BE49-F238E27FC236}">
                  <a16:creationId xmlns:a16="http://schemas.microsoft.com/office/drawing/2014/main" xmlns="" id="{40FB1057-3C51-473C-8B80-C78E5A3D43E4}"/>
                </a:ext>
              </a:extLst>
            </p:cNvPr>
            <p:cNvSpPr>
              <a:spLocks noChangeShapeType="1"/>
            </p:cNvSpPr>
            <p:nvPr/>
          </p:nvSpPr>
          <p:spPr bwMode="auto">
            <a:xfrm>
              <a:off x="3600" y="912"/>
              <a:ext cx="336" cy="0"/>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6906" name="Text Box 35">
              <a:extLst>
                <a:ext uri="{FF2B5EF4-FFF2-40B4-BE49-F238E27FC236}">
                  <a16:creationId xmlns:a16="http://schemas.microsoft.com/office/drawing/2014/main" xmlns="" id="{294E0061-FDD9-416D-9F65-9CD665F39780}"/>
                </a:ext>
              </a:extLst>
            </p:cNvPr>
            <p:cNvSpPr txBox="1">
              <a:spLocks noChangeArrowheads="1"/>
            </p:cNvSpPr>
            <p:nvPr/>
          </p:nvSpPr>
          <p:spPr bwMode="auto">
            <a:xfrm>
              <a:off x="3984" y="768"/>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a:t>
              </a:r>
            </a:p>
          </p:txBody>
        </p:sp>
      </p:grpSp>
      <p:grpSp>
        <p:nvGrpSpPr>
          <p:cNvPr id="924720" name="Group 48">
            <a:extLst>
              <a:ext uri="{FF2B5EF4-FFF2-40B4-BE49-F238E27FC236}">
                <a16:creationId xmlns:a16="http://schemas.microsoft.com/office/drawing/2014/main" xmlns="" id="{F7899548-A45A-456F-83DD-D05797FAEF90}"/>
              </a:ext>
            </a:extLst>
          </p:cNvPr>
          <p:cNvGrpSpPr>
            <a:grpSpLocks/>
          </p:cNvGrpSpPr>
          <p:nvPr/>
        </p:nvGrpSpPr>
        <p:grpSpPr bwMode="auto">
          <a:xfrm>
            <a:off x="609600" y="4343400"/>
            <a:ext cx="8001000" cy="854075"/>
            <a:chOff x="384" y="2832"/>
            <a:chExt cx="5040" cy="538"/>
          </a:xfrm>
        </p:grpSpPr>
        <p:sp>
          <p:nvSpPr>
            <p:cNvPr id="36897" name="Text Box 36">
              <a:extLst>
                <a:ext uri="{FF2B5EF4-FFF2-40B4-BE49-F238E27FC236}">
                  <a16:creationId xmlns:a16="http://schemas.microsoft.com/office/drawing/2014/main" xmlns="" id="{5B9AF59C-109F-4FD2-9C9C-514343899333}"/>
                </a:ext>
              </a:extLst>
            </p:cNvPr>
            <p:cNvSpPr txBox="1">
              <a:spLocks noChangeArrowheads="1"/>
            </p:cNvSpPr>
            <p:nvPr/>
          </p:nvSpPr>
          <p:spPr bwMode="auto">
            <a:xfrm>
              <a:off x="384" y="312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M11</a:t>
              </a:r>
            </a:p>
          </p:txBody>
        </p:sp>
        <p:sp>
          <p:nvSpPr>
            <p:cNvPr id="36898" name="Text Box 37">
              <a:extLst>
                <a:ext uri="{FF2B5EF4-FFF2-40B4-BE49-F238E27FC236}">
                  <a16:creationId xmlns:a16="http://schemas.microsoft.com/office/drawing/2014/main" xmlns="" id="{9F60B89C-1F80-4C13-BED8-7BAF175FA14D}"/>
                </a:ext>
              </a:extLst>
            </p:cNvPr>
            <p:cNvSpPr txBox="1">
              <a:spLocks noChangeArrowheads="1"/>
            </p:cNvSpPr>
            <p:nvPr/>
          </p:nvSpPr>
          <p:spPr bwMode="auto">
            <a:xfrm>
              <a:off x="1824" y="311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M12</a:t>
              </a:r>
            </a:p>
          </p:txBody>
        </p:sp>
        <p:sp>
          <p:nvSpPr>
            <p:cNvPr id="36899" name="Text Box 38">
              <a:extLst>
                <a:ext uri="{FF2B5EF4-FFF2-40B4-BE49-F238E27FC236}">
                  <a16:creationId xmlns:a16="http://schemas.microsoft.com/office/drawing/2014/main" xmlns="" id="{E1C45CAB-1C3A-4D7C-82C2-30CDEA0AFB8F}"/>
                </a:ext>
              </a:extLst>
            </p:cNvPr>
            <p:cNvSpPr txBox="1">
              <a:spLocks noChangeArrowheads="1"/>
            </p:cNvSpPr>
            <p:nvPr/>
          </p:nvSpPr>
          <p:spPr bwMode="auto">
            <a:xfrm>
              <a:off x="3600" y="311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M21</a:t>
              </a:r>
            </a:p>
          </p:txBody>
        </p:sp>
        <p:sp>
          <p:nvSpPr>
            <p:cNvPr id="36900" name="Text Box 39">
              <a:extLst>
                <a:ext uri="{FF2B5EF4-FFF2-40B4-BE49-F238E27FC236}">
                  <a16:creationId xmlns:a16="http://schemas.microsoft.com/office/drawing/2014/main" xmlns="" id="{D53ED540-5422-4A33-90F3-FA8E83A5229A}"/>
                </a:ext>
              </a:extLst>
            </p:cNvPr>
            <p:cNvSpPr txBox="1">
              <a:spLocks noChangeArrowheads="1"/>
            </p:cNvSpPr>
            <p:nvPr/>
          </p:nvSpPr>
          <p:spPr bwMode="auto">
            <a:xfrm>
              <a:off x="4992" y="3110"/>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M22</a:t>
              </a:r>
            </a:p>
          </p:txBody>
        </p:sp>
        <p:sp>
          <p:nvSpPr>
            <p:cNvPr id="36901" name="Line 40">
              <a:extLst>
                <a:ext uri="{FF2B5EF4-FFF2-40B4-BE49-F238E27FC236}">
                  <a16:creationId xmlns:a16="http://schemas.microsoft.com/office/drawing/2014/main" xmlns="" id="{D79FD2F7-C96E-46A3-93E0-AC31DABF905E}"/>
                </a:ext>
              </a:extLst>
            </p:cNvPr>
            <p:cNvSpPr>
              <a:spLocks noChangeShapeType="1"/>
            </p:cNvSpPr>
            <p:nvPr/>
          </p:nvSpPr>
          <p:spPr bwMode="auto">
            <a:xfrm>
              <a:off x="528"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6902" name="Line 41">
              <a:extLst>
                <a:ext uri="{FF2B5EF4-FFF2-40B4-BE49-F238E27FC236}">
                  <a16:creationId xmlns:a16="http://schemas.microsoft.com/office/drawing/2014/main" xmlns="" id="{59A36EC4-C058-49F5-A277-9304388D5C6B}"/>
                </a:ext>
              </a:extLst>
            </p:cNvPr>
            <p:cNvSpPr>
              <a:spLocks noChangeShapeType="1"/>
            </p:cNvSpPr>
            <p:nvPr/>
          </p:nvSpPr>
          <p:spPr bwMode="auto">
            <a:xfrm>
              <a:off x="2016"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6903" name="Line 42">
              <a:extLst>
                <a:ext uri="{FF2B5EF4-FFF2-40B4-BE49-F238E27FC236}">
                  <a16:creationId xmlns:a16="http://schemas.microsoft.com/office/drawing/2014/main" xmlns="" id="{19BA76F6-0861-44D8-B384-D0A9922CBC9F}"/>
                </a:ext>
              </a:extLst>
            </p:cNvPr>
            <p:cNvSpPr>
              <a:spLocks noChangeShapeType="1"/>
            </p:cNvSpPr>
            <p:nvPr/>
          </p:nvSpPr>
          <p:spPr bwMode="auto">
            <a:xfrm>
              <a:off x="3744"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6904" name="Line 43">
              <a:extLst>
                <a:ext uri="{FF2B5EF4-FFF2-40B4-BE49-F238E27FC236}">
                  <a16:creationId xmlns:a16="http://schemas.microsoft.com/office/drawing/2014/main" xmlns="" id="{7FCD0CC1-A9D2-4E29-BCEF-9DE42BE9C8AB}"/>
                </a:ext>
              </a:extLst>
            </p:cNvPr>
            <p:cNvSpPr>
              <a:spLocks noChangeShapeType="1"/>
            </p:cNvSpPr>
            <p:nvPr/>
          </p:nvSpPr>
          <p:spPr bwMode="auto">
            <a:xfrm>
              <a:off x="5184" y="2832"/>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grpSp>
      <p:grpSp>
        <p:nvGrpSpPr>
          <p:cNvPr id="924721" name="Group 49">
            <a:extLst>
              <a:ext uri="{FF2B5EF4-FFF2-40B4-BE49-F238E27FC236}">
                <a16:creationId xmlns:a16="http://schemas.microsoft.com/office/drawing/2014/main" xmlns="" id="{B4E8DBFC-BEB3-4973-92FC-57FB8D1C3AE2}"/>
              </a:ext>
            </a:extLst>
          </p:cNvPr>
          <p:cNvGrpSpPr>
            <a:grpSpLocks/>
          </p:cNvGrpSpPr>
          <p:nvPr/>
        </p:nvGrpSpPr>
        <p:grpSpPr bwMode="auto">
          <a:xfrm>
            <a:off x="762000" y="5257800"/>
            <a:ext cx="7620000" cy="777875"/>
            <a:chOff x="480" y="3408"/>
            <a:chExt cx="4800" cy="490"/>
          </a:xfrm>
        </p:grpSpPr>
        <p:sp>
          <p:nvSpPr>
            <p:cNvPr id="36893" name="AutoShape 44">
              <a:extLst>
                <a:ext uri="{FF2B5EF4-FFF2-40B4-BE49-F238E27FC236}">
                  <a16:creationId xmlns:a16="http://schemas.microsoft.com/office/drawing/2014/main" xmlns="" id="{4C70D898-144B-484D-BAAC-212BC32F6231}"/>
                </a:ext>
              </a:extLst>
            </p:cNvPr>
            <p:cNvSpPr>
              <a:spLocks/>
            </p:cNvSpPr>
            <p:nvPr/>
          </p:nvSpPr>
          <p:spPr bwMode="auto">
            <a:xfrm rot="-5400000">
              <a:off x="1152" y="2736"/>
              <a:ext cx="192" cy="1536"/>
            </a:xfrm>
            <a:prstGeom prst="leftBrace">
              <a:avLst>
                <a:gd name="adj1" fmla="val 66667"/>
                <a:gd name="adj2" fmla="val 50963"/>
              </a:avLst>
            </a:prstGeom>
            <a:noFill/>
            <a:ln w="25400">
              <a:solidFill>
                <a:srgbClr val="1C5A6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36894" name="AutoShape 45">
              <a:extLst>
                <a:ext uri="{FF2B5EF4-FFF2-40B4-BE49-F238E27FC236}">
                  <a16:creationId xmlns:a16="http://schemas.microsoft.com/office/drawing/2014/main" xmlns="" id="{1377339D-0377-4BD1-A704-738AE423B957}"/>
                </a:ext>
              </a:extLst>
            </p:cNvPr>
            <p:cNvSpPr>
              <a:spLocks/>
            </p:cNvSpPr>
            <p:nvPr/>
          </p:nvSpPr>
          <p:spPr bwMode="auto">
            <a:xfrm rot="-5400000">
              <a:off x="4416" y="2736"/>
              <a:ext cx="192" cy="1536"/>
            </a:xfrm>
            <a:prstGeom prst="leftBrace">
              <a:avLst>
                <a:gd name="adj1" fmla="val 66667"/>
                <a:gd name="adj2" fmla="val 50963"/>
              </a:avLst>
            </a:prstGeom>
            <a:noFill/>
            <a:ln w="25400">
              <a:solidFill>
                <a:srgbClr val="1C5A6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36895" name="Text Box 46">
              <a:extLst>
                <a:ext uri="{FF2B5EF4-FFF2-40B4-BE49-F238E27FC236}">
                  <a16:creationId xmlns:a16="http://schemas.microsoft.com/office/drawing/2014/main" xmlns="" id="{B3EFBE4C-E569-4D08-A106-5708F2A7C4B8}"/>
                </a:ext>
              </a:extLst>
            </p:cNvPr>
            <p:cNvSpPr txBox="1">
              <a:spLocks noChangeArrowheads="1"/>
            </p:cNvSpPr>
            <p:nvPr/>
          </p:nvSpPr>
          <p:spPr bwMode="auto">
            <a:xfrm>
              <a:off x="1056" y="3638"/>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M1</a:t>
              </a:r>
            </a:p>
          </p:txBody>
        </p:sp>
        <p:sp>
          <p:nvSpPr>
            <p:cNvPr id="36896" name="Text Box 47">
              <a:extLst>
                <a:ext uri="{FF2B5EF4-FFF2-40B4-BE49-F238E27FC236}">
                  <a16:creationId xmlns:a16="http://schemas.microsoft.com/office/drawing/2014/main" xmlns="" id="{803C0B8E-94BA-42A6-BFF6-2C21520621A2}"/>
                </a:ext>
              </a:extLst>
            </p:cNvPr>
            <p:cNvSpPr txBox="1">
              <a:spLocks noChangeArrowheads="1"/>
            </p:cNvSpPr>
            <p:nvPr/>
          </p:nvSpPr>
          <p:spPr bwMode="auto">
            <a:xfrm>
              <a:off x="4320" y="3648"/>
              <a:ext cx="4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M2</a:t>
              </a:r>
            </a:p>
          </p:txBody>
        </p:sp>
      </p:grpSp>
      <p:sp>
        <p:nvSpPr>
          <p:cNvPr id="924723" name="Text Box 51">
            <a:extLst>
              <a:ext uri="{FF2B5EF4-FFF2-40B4-BE49-F238E27FC236}">
                <a16:creationId xmlns:a16="http://schemas.microsoft.com/office/drawing/2014/main" xmlns="" id="{AA6B07E9-3D49-4F3E-AD88-10C749723874}"/>
              </a:ext>
            </a:extLst>
          </p:cNvPr>
          <p:cNvSpPr txBox="1">
            <a:spLocks noChangeArrowheads="1"/>
          </p:cNvSpPr>
          <p:nvPr/>
        </p:nvSpPr>
        <p:spPr bwMode="auto">
          <a:xfrm>
            <a:off x="2819400" y="5927725"/>
            <a:ext cx="40386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Gain = P – M1    vs      P – M2</a:t>
            </a:r>
          </a:p>
        </p:txBody>
      </p:sp>
      <p:sp>
        <p:nvSpPr>
          <p:cNvPr id="2" name="Date Placeholder 1">
            <a:extLst>
              <a:ext uri="{FF2B5EF4-FFF2-40B4-BE49-F238E27FC236}">
                <a16:creationId xmlns:a16="http://schemas.microsoft.com/office/drawing/2014/main" xmlns="" id="{AE4F3B8D-F2AC-418D-A4C2-A8C55B876B12}"/>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A171ED1C-85E7-4CC9-8C0F-A1507653C9E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F562228D-E7D1-495F-98CE-4394C1361398}"/>
              </a:ext>
            </a:extLst>
          </p:cNvPr>
          <p:cNvSpPr>
            <a:spLocks noGrp="1"/>
          </p:cNvSpPr>
          <p:nvPr>
            <p:ph type="sldNum" sz="quarter" idx="12"/>
          </p:nvPr>
        </p:nvSpPr>
        <p:spPr/>
        <p:txBody>
          <a:bodyPr/>
          <a:lstStyle/>
          <a:p>
            <a:pPr>
              <a:defRPr/>
            </a:pPr>
            <a:fld id="{BDD4573C-EC14-49A9-8668-FF8B33BC1AFD}" type="slidenum">
              <a:rPr lang="en-US"/>
              <a:pPr>
                <a:defRPr/>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47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47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247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4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7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xmlns="" id="{A8123AC9-D0F4-46E5-B95B-4A22E536E71E}"/>
              </a:ext>
            </a:extLst>
          </p:cNvPr>
          <p:cNvSpPr>
            <a:spLocks noGrp="1" noChangeArrowheads="1"/>
          </p:cNvSpPr>
          <p:nvPr>
            <p:ph type="title"/>
          </p:nvPr>
        </p:nvSpPr>
        <p:spPr/>
        <p:txBody>
          <a:bodyPr/>
          <a:lstStyle/>
          <a:p>
            <a:pPr>
              <a:defRPr/>
            </a:pPr>
            <a:r>
              <a:rPr lang="en-US">
                <a:cs typeface="+mj-cs"/>
              </a:rPr>
              <a:t>Measure of Impurity: GINI</a:t>
            </a:r>
          </a:p>
        </p:txBody>
      </p:sp>
      <mc:AlternateContent xmlns:mc="http://schemas.openxmlformats.org/markup-compatibility/2006">
        <mc:Choice xmlns:a14="http://schemas.microsoft.com/office/drawing/2010/main" xmlns="" Requires="a14">
          <p:sp>
            <p:nvSpPr>
              <p:cNvPr id="37890" name="Rectangle 3">
                <a:extLst>
                  <a:ext uri="{FF2B5EF4-FFF2-40B4-BE49-F238E27FC236}">
                    <a16:creationId xmlns:a16="http://schemas.microsoft.com/office/drawing/2014/main" id="{44324FD9-FE5C-4D4E-9B06-0494515F919E}"/>
                  </a:ext>
                </a:extLst>
              </p:cNvPr>
              <p:cNvSpPr>
                <a:spLocks noGrp="1" noChangeArrowheads="1"/>
              </p:cNvSpPr>
              <p:nvPr>
                <p:ph type="body" idx="1"/>
              </p:nvPr>
            </p:nvSpPr>
            <p:spPr>
              <a:xfrm>
                <a:off x="411163" y="1143000"/>
                <a:ext cx="8318500" cy="4343400"/>
              </a:xfrm>
            </p:spPr>
            <p:txBody>
              <a:bodyPr/>
              <a:lstStyle/>
              <a:p>
                <a:pPr>
                  <a:lnSpc>
                    <a:spcPct val="90000"/>
                  </a:lnSpc>
                </a:pPr>
                <a:r>
                  <a:rPr lang="en-US" altLang="en-US" sz="2400" dirty="0">
                    <a:ea typeface="ＭＳ Ｐゴシック" panose="020B0600070205080204" pitchFamily="34" charset="-128"/>
                  </a:rPr>
                  <a:t>Gini Index for a given node </a:t>
                </a:r>
                <a14:m>
                  <m:oMath xmlns:m="http://schemas.openxmlformats.org/officeDocument/2006/math">
                    <m:r>
                      <a:rPr lang="en-US" sz="2400" i="1">
                        <a:latin typeface="Cambria Math" panose="02040503050406030204" pitchFamily="18" charset="0"/>
                      </a:rPr>
                      <m:t>𝒕</m:t>
                    </m:r>
                  </m:oMath>
                </a14:m>
                <a:r>
                  <a:rPr lang="en-US" altLang="en-US" sz="2400" dirty="0">
                    <a:ea typeface="ＭＳ Ｐゴシック" panose="020B0600070205080204" pitchFamily="34" charset="-128"/>
                  </a:rPr>
                  <a:t> </a:t>
                </a:r>
              </a:p>
              <a:p>
                <a:pPr>
                  <a:lnSpc>
                    <a:spcPct val="90000"/>
                  </a:lnSpc>
                </a:pPr>
                <a:endParaRPr lang="en-US" altLang="en-US" sz="2000" dirty="0">
                  <a:ea typeface="ＭＳ Ｐゴシック" panose="020B0600070205080204" pitchFamily="34" charset="-128"/>
                </a:endParaRPr>
              </a:p>
              <a:p>
                <a:pPr lvl="2">
                  <a:lnSpc>
                    <a:spcPct val="90000"/>
                  </a:lnSpc>
                  <a:buFont typeface="Wingdings" panose="05000000000000000000" pitchFamily="2" charset="2"/>
                  <a:buNone/>
                </a:pPr>
                <a:endParaRPr lang="en-US" altLang="en-US" sz="2000" dirty="0">
                  <a:ea typeface="ＭＳ Ｐゴシック" panose="020B0600070205080204" pitchFamily="34" charset="-128"/>
                </a:endParaRPr>
              </a:p>
              <a:p>
                <a:pPr lvl="2">
                  <a:lnSpc>
                    <a:spcPct val="90000"/>
                  </a:lnSpc>
                  <a:buFont typeface="Wingdings" panose="05000000000000000000" pitchFamily="2" charset="2"/>
                  <a:buNone/>
                </a:pPr>
                <a:endParaRPr lang="en-US" altLang="en-US" sz="800" dirty="0">
                  <a:ea typeface="ＭＳ Ｐゴシック" panose="020B0600070205080204" pitchFamily="34" charset="-128"/>
                </a:endParaRPr>
              </a:p>
              <a:p>
                <a:pPr lvl="2">
                  <a:lnSpc>
                    <a:spcPct val="90000"/>
                  </a:lnSpc>
                  <a:buNone/>
                </a:pPr>
                <a:br>
                  <a:rPr lang="en-US" altLang="en-US" sz="2000" dirty="0">
                    <a:ea typeface="ＭＳ Ｐゴシック" panose="020B0600070205080204" pitchFamily="34" charset="-128"/>
                  </a:rPr>
                </a:br>
                <a:r>
                  <a:rPr lang="en-US" sz="2000" dirty="0">
                    <a:latin typeface="Cambria Math" panose="02040503050406030204" pitchFamily="18" charset="0"/>
                    <a:ea typeface="Cambria Math" panose="02040503050406030204" pitchFamily="18" charset="0"/>
                  </a:rPr>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𝒑</m:t>
                        </m:r>
                      </m:e>
                      <m:sub>
                        <m:r>
                          <a:rPr lang="en-US" sz="2000" i="1">
                            <a:latin typeface="Cambria Math" panose="02040503050406030204" pitchFamily="18" charset="0"/>
                          </a:rPr>
                          <m:t>𝒊</m:t>
                        </m:r>
                      </m:sub>
                    </m:sSub>
                    <m:d>
                      <m:dPr>
                        <m:ctrlPr>
                          <a:rPr lang="en-US" sz="2000" i="1">
                            <a:latin typeface="Cambria Math" panose="02040503050406030204" pitchFamily="18" charset="0"/>
                          </a:rPr>
                        </m:ctrlPr>
                      </m:dPr>
                      <m:e>
                        <m:r>
                          <a:rPr lang="en-US" sz="2000" i="1">
                            <a:latin typeface="Cambria Math" panose="02040503050406030204" pitchFamily="18" charset="0"/>
                          </a:rPr>
                          <m:t>𝒕</m:t>
                        </m:r>
                      </m:e>
                    </m:d>
                  </m:oMath>
                </a14:m>
                <a:r>
                  <a:rPr lang="en-US" sz="2000" dirty="0">
                    <a:latin typeface="Cambria Math" panose="02040503050406030204" pitchFamily="18" charset="0"/>
                    <a:ea typeface="Cambria Math" panose="02040503050406030204" pitchFamily="18" charset="0"/>
                  </a:rPr>
                  <a:t> is the frequency of class </a:t>
                </a:r>
                <a14:m>
                  <m:oMath xmlns:m="http://schemas.openxmlformats.org/officeDocument/2006/math">
                    <m:r>
                      <a:rPr lang="en-US" sz="2000" i="1">
                        <a:latin typeface="Cambria Math" panose="02040503050406030204" pitchFamily="18" charset="0"/>
                      </a:rPr>
                      <m:t>𝒊</m:t>
                    </m:r>
                  </m:oMath>
                </a14:m>
                <a:r>
                  <a:rPr lang="en-US" sz="2000" dirty="0"/>
                  <a:t> at node </a:t>
                </a:r>
                <a14:m>
                  <m:oMath xmlns:m="http://schemas.openxmlformats.org/officeDocument/2006/math">
                    <m:r>
                      <a:rPr lang="en-US" sz="2000" i="1">
                        <a:latin typeface="Cambria Math" panose="02040503050406030204" pitchFamily="18" charset="0"/>
                      </a:rPr>
                      <m:t>𝒕</m:t>
                    </m:r>
                  </m:oMath>
                </a14:m>
                <a:r>
                  <a:rPr lang="en-US" sz="2000" dirty="0"/>
                  <a:t>, and </a:t>
                </a:r>
                <a14:m>
                  <m:oMath xmlns:m="http://schemas.openxmlformats.org/officeDocument/2006/math">
                    <m:r>
                      <a:rPr lang="en-US" sz="2000" i="1">
                        <a:latin typeface="Cambria Math" panose="02040503050406030204" pitchFamily="18" charset="0"/>
                      </a:rPr>
                      <m:t>𝒄</m:t>
                    </m:r>
                  </m:oMath>
                </a14:m>
                <a:r>
                  <a:rPr lang="en-US" sz="2000" dirty="0"/>
                  <a:t> is the total number of classes  </a:t>
                </a:r>
              </a:p>
              <a:p>
                <a:pPr lvl="2">
                  <a:lnSpc>
                    <a:spcPct val="90000"/>
                  </a:lnSpc>
                  <a:buFont typeface="Wingdings" panose="05000000000000000000" pitchFamily="2" charset="2"/>
                  <a:buNone/>
                </a:pPr>
                <a:endParaRPr lang="en-US" altLang="en-US" sz="800" dirty="0">
                  <a:ea typeface="ＭＳ Ｐゴシック" panose="020B0600070205080204" pitchFamily="34" charset="-128"/>
                </a:endParaRPr>
              </a:p>
              <a:p>
                <a:pPr lvl="1">
                  <a:lnSpc>
                    <a:spcPct val="90000"/>
                  </a:lnSpc>
                </a:pPr>
                <a:r>
                  <a:rPr lang="en-US" altLang="en-US" sz="2400" dirty="0">
                    <a:ea typeface="ＭＳ Ｐゴシック" panose="020B0600070205080204" pitchFamily="34" charset="-128"/>
                  </a:rPr>
                  <a:t>Maximum  of </a:t>
                </a:r>
                <a14:m>
                  <m:oMath xmlns:m="http://schemas.openxmlformats.org/officeDocument/2006/math">
                    <m:r>
                      <a:rPr lang="en-US" sz="2400" b="0" i="0" smtClean="0">
                        <a:latin typeface="Cambria Math" panose="02040503050406030204" pitchFamily="18" charset="0"/>
                      </a:rPr>
                      <m:t>1−1/</m:t>
                    </m:r>
                    <m:r>
                      <a:rPr lang="en-US" sz="2400" b="0" i="1">
                        <a:latin typeface="Cambria Math" panose="02040503050406030204" pitchFamily="18" charset="0"/>
                      </a:rPr>
                      <m:t>𝑐</m:t>
                    </m:r>
                    <m:r>
                      <a:rPr lang="en-US" sz="2400" b="0" i="1" smtClean="0">
                        <a:latin typeface="Cambria Math" panose="02040503050406030204" pitchFamily="18" charset="0"/>
                      </a:rPr>
                      <m:t> </m:t>
                    </m:r>
                  </m:oMath>
                </a14:m>
                <a:r>
                  <a:rPr lang="en-US" altLang="en-US" sz="2400" dirty="0">
                    <a:ea typeface="ＭＳ Ｐゴシック" panose="020B0600070205080204" pitchFamily="34" charset="-128"/>
                  </a:rPr>
                  <a:t>when records are equally distributed among all classes, implying the least beneficial situation for classification</a:t>
                </a:r>
              </a:p>
              <a:p>
                <a:pPr lvl="1">
                  <a:lnSpc>
                    <a:spcPct val="90000"/>
                  </a:lnSpc>
                </a:pPr>
                <a:r>
                  <a:rPr lang="en-US" altLang="en-US" sz="2400" dirty="0">
                    <a:ea typeface="ＭＳ Ｐゴシック" panose="020B0600070205080204" pitchFamily="34" charset="-128"/>
                  </a:rPr>
                  <a:t>Minimum  of 0 when all records belong to one class, implying the most beneficial situation for classification</a:t>
                </a:r>
              </a:p>
              <a:p>
                <a:pPr lvl="1">
                  <a:lnSpc>
                    <a:spcPct val="90000"/>
                  </a:lnSpc>
                </a:pPr>
                <a:r>
                  <a:rPr lang="en-US" sz="2400" dirty="0"/>
                  <a:t>Gini index is used in decision tree algorithms such as CART, SLIQ, SPRINT</a:t>
                </a:r>
                <a:endParaRPr lang="en-US" sz="3200" dirty="0"/>
              </a:p>
              <a:p>
                <a:pPr lvl="1">
                  <a:lnSpc>
                    <a:spcPct val="90000"/>
                  </a:lnSpc>
                </a:pPr>
                <a:endParaRPr lang="en-US" altLang="en-US" sz="2400" dirty="0">
                  <a:ea typeface="ＭＳ Ｐゴシック" panose="020B0600070205080204" pitchFamily="34" charset="-128"/>
                </a:endParaRPr>
              </a:p>
              <a:p>
                <a:pPr lvl="1">
                  <a:lnSpc>
                    <a:spcPct val="90000"/>
                  </a:lnSpc>
                </a:pPr>
                <a:endParaRPr lang="en-US" altLang="en-US" sz="2400" baseline="-25000" dirty="0">
                  <a:ea typeface="ＭＳ Ｐゴシック" panose="020B0600070205080204" pitchFamily="34" charset="-128"/>
                </a:endParaRPr>
              </a:p>
            </p:txBody>
          </p:sp>
        </mc:Choice>
        <mc:Fallback>
          <p:sp>
            <p:nvSpPr>
              <p:cNvPr id="37890" name="Rectangle 3">
                <a:extLst>
                  <a:ext uri="{FF2B5EF4-FFF2-40B4-BE49-F238E27FC236}">
                    <a16:creationId xmlns:a16="http://schemas.microsoft.com/office/drawing/2014/main" xmlns="" xmlns:a14="http://schemas.microsoft.com/office/drawing/2010/main" id="{44324FD9-FE5C-4D4E-9B06-0494515F919E}"/>
                  </a:ext>
                </a:extLst>
              </p:cNvPr>
              <p:cNvSpPr>
                <a:spLocks noGrp="1" noRot="1" noChangeAspect="1" noMove="1" noResize="1" noEditPoints="1" noAdjustHandles="1" noChangeArrowheads="1" noChangeShapeType="1" noTextEdit="1"/>
              </p:cNvSpPr>
              <p:nvPr>
                <p:ph type="body" idx="1"/>
              </p:nvPr>
            </p:nvSpPr>
            <p:spPr>
              <a:xfrm>
                <a:off x="411163" y="1143000"/>
                <a:ext cx="8318500" cy="4343400"/>
              </a:xfrm>
              <a:blipFill>
                <a:blip r:embed="rId2" cstate="print"/>
                <a:stretch>
                  <a:fillRect l="-440" t="-1966" r="-1245" b="-17135"/>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xmlns="" id="{42B3DB75-DC55-416D-B0CC-C3A3313F8771}"/>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7BF35ACB-8961-4AEB-A58A-D3F55B0D279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4A9414AA-ABDE-48C8-80E4-CAE90C1CAA31}"/>
              </a:ext>
            </a:extLst>
          </p:cNvPr>
          <p:cNvSpPr>
            <a:spLocks noGrp="1"/>
          </p:cNvSpPr>
          <p:nvPr>
            <p:ph type="sldNum" sz="quarter" idx="12"/>
          </p:nvPr>
        </p:nvSpPr>
        <p:spPr/>
        <p:txBody>
          <a:bodyPr/>
          <a:lstStyle/>
          <a:p>
            <a:pPr>
              <a:defRPr/>
            </a:pPr>
            <a:fld id="{15C5890E-E3F5-402E-A1DF-E58C362003D1}" type="slidenum">
              <a:rPr lang="en-US"/>
              <a:pPr>
                <a:defRPr/>
              </a:pPr>
              <a:t>32</a:t>
            </a:fld>
            <a:endParaRPr lang="en-US"/>
          </a:p>
        </p:txBody>
      </p:sp>
      <mc:AlternateContent xmlns:mc="http://schemas.openxmlformats.org/markup-compatibility/2006">
        <mc:Choice xmlns:a14="http://schemas.microsoft.com/office/drawing/2010/main" xmlns="" Requires="a14">
          <p:sp>
            <p:nvSpPr>
              <p:cNvPr id="9" name="TextBox 8">
                <a:extLst>
                  <a:ext uri="{FF2B5EF4-FFF2-40B4-BE49-F238E27FC236}">
                    <a16:creationId xmlns:a16="http://schemas.microsoft.com/office/drawing/2014/main" id="{D89AE968-F0F1-4E71-B940-DEDB7EA4224E}"/>
                  </a:ext>
                </a:extLst>
              </p:cNvPr>
              <p:cNvSpPr txBox="1"/>
              <p:nvPr/>
            </p:nvSpPr>
            <p:spPr>
              <a:xfrm>
                <a:off x="1613727" y="1629152"/>
                <a:ext cx="3848810"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𝐺𝑖𝑛𝑖</m:t>
                      </m:r>
                      <m:r>
                        <a:rPr lang="en-US" sz="2400" b="0" i="1" smtClean="0">
                          <a:latin typeface="Cambria Math" panose="02040503050406030204" pitchFamily="18" charset="0"/>
                        </a:rPr>
                        <m:t> </m:t>
                      </m:r>
                      <m:r>
                        <a:rPr lang="en-US" sz="2400" b="0" i="1" smtClean="0">
                          <a:latin typeface="Cambria Math" panose="02040503050406030204" pitchFamily="18" charset="0"/>
                        </a:rPr>
                        <m:t>𝐼𝑛𝑑𝑒𝑥</m:t>
                      </m:r>
                      <m:r>
                        <a:rPr lang="en-US" sz="2400" b="0" i="1" smtClean="0">
                          <a:latin typeface="Cambria Math" panose="02040503050406030204" pitchFamily="18" charset="0"/>
                        </a:rPr>
                        <m:t>=1 −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e>
                            <m:sup>
                              <m:r>
                                <a:rPr lang="en-US" sz="2400" b="0" i="1" smtClean="0">
                                  <a:latin typeface="Cambria Math" panose="02040503050406030204" pitchFamily="18" charset="0"/>
                                </a:rPr>
                                <m:t>2</m:t>
                              </m:r>
                            </m:sup>
                          </m:sSup>
                        </m:e>
                      </m:nary>
                    </m:oMath>
                  </m:oMathPara>
                </a14:m>
                <a:endParaRPr lang="en-US" sz="2400" b="0" dirty="0"/>
              </a:p>
            </p:txBody>
          </p:sp>
        </mc:Choice>
        <mc:Fallback>
          <p:sp>
            <p:nvSpPr>
              <p:cNvPr id="9" name="TextBox 8">
                <a:extLst>
                  <a:ext uri="{FF2B5EF4-FFF2-40B4-BE49-F238E27FC236}">
                    <a16:creationId xmlns:a16="http://schemas.microsoft.com/office/drawing/2014/main" xmlns="" xmlns:a14="http://schemas.microsoft.com/office/drawing/2010/main" id="{D89AE968-F0F1-4E71-B940-DEDB7EA4224E}"/>
                  </a:ext>
                </a:extLst>
              </p:cNvPr>
              <p:cNvSpPr txBox="1">
                <a:spLocks noRot="1" noChangeAspect="1" noMove="1" noResize="1" noEditPoints="1" noAdjustHandles="1" noChangeArrowheads="1" noChangeShapeType="1" noTextEdit="1"/>
              </p:cNvSpPr>
              <p:nvPr/>
            </p:nvSpPr>
            <p:spPr>
              <a:xfrm>
                <a:off x="1613727" y="1629152"/>
                <a:ext cx="3848810" cy="1037848"/>
              </a:xfrm>
              <a:prstGeom prst="rect">
                <a:avLst/>
              </a:prstGeom>
              <a:blipFill>
                <a:blip r:embed="rId3" cstate="print"/>
                <a:stretch>
                  <a:fillRect/>
                </a:stretch>
              </a:blipFill>
            </p:spPr>
            <p:txBody>
              <a:bodyPr/>
              <a:lstStyle/>
              <a:p>
                <a:r>
                  <a:rPr 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xmlns="" id="{A32EE6C3-F4BB-404F-918C-4CDE6DA7B8FA}"/>
              </a:ext>
            </a:extLst>
          </p:cNvPr>
          <p:cNvSpPr>
            <a:spLocks noGrp="1" noChangeArrowheads="1"/>
          </p:cNvSpPr>
          <p:nvPr>
            <p:ph type="title"/>
          </p:nvPr>
        </p:nvSpPr>
        <p:spPr/>
        <p:txBody>
          <a:bodyPr/>
          <a:lstStyle/>
          <a:p>
            <a:pPr>
              <a:defRPr/>
            </a:pPr>
            <a:r>
              <a:rPr lang="en-US">
                <a:cs typeface="+mj-cs"/>
              </a:rPr>
              <a:t>Measure of Impurity: GINI</a:t>
            </a:r>
          </a:p>
        </p:txBody>
      </p:sp>
      <p:sp>
        <p:nvSpPr>
          <p:cNvPr id="38914" name="Rectangle 3">
            <a:extLst>
              <a:ext uri="{FF2B5EF4-FFF2-40B4-BE49-F238E27FC236}">
                <a16:creationId xmlns:a16="http://schemas.microsoft.com/office/drawing/2014/main" xmlns="" id="{79BD5C74-8908-461F-95ED-FE7B284D97E4}"/>
              </a:ext>
            </a:extLst>
          </p:cNvPr>
          <p:cNvSpPr>
            <a:spLocks noGrp="1" noChangeArrowheads="1"/>
          </p:cNvSpPr>
          <p:nvPr>
            <p:ph type="body" idx="1"/>
          </p:nvPr>
        </p:nvSpPr>
        <p:spPr>
          <a:xfrm>
            <a:off x="411163" y="1143000"/>
            <a:ext cx="8318500" cy="3962400"/>
          </a:xfrm>
        </p:spPr>
        <p:txBody>
          <a:bodyPr/>
          <a:lstStyle/>
          <a:p>
            <a:pPr>
              <a:lnSpc>
                <a:spcPct val="90000"/>
              </a:lnSpc>
            </a:pPr>
            <a:r>
              <a:rPr lang="en-US" altLang="en-US" sz="2400" dirty="0">
                <a:ea typeface="ＭＳ Ｐゴシック" panose="020B0600070205080204" pitchFamily="34" charset="-128"/>
              </a:rPr>
              <a:t>Gini Index for a given node t :</a:t>
            </a:r>
          </a:p>
          <a:p>
            <a:pPr>
              <a:lnSpc>
                <a:spcPct val="90000"/>
              </a:lnSpc>
            </a:pPr>
            <a:endParaRPr lang="en-US" altLang="en-US" sz="2000" dirty="0">
              <a:ea typeface="ＭＳ Ｐゴシック" panose="020B0600070205080204" pitchFamily="34" charset="-128"/>
            </a:endParaRPr>
          </a:p>
          <a:p>
            <a:pPr lvl="2">
              <a:lnSpc>
                <a:spcPct val="90000"/>
              </a:lnSpc>
              <a:buFont typeface="Wingdings" panose="05000000000000000000" pitchFamily="2" charset="2"/>
              <a:buNone/>
            </a:pPr>
            <a:endParaRPr lang="en-US" altLang="en-US" sz="2000" dirty="0">
              <a:ea typeface="ＭＳ Ｐゴシック" panose="020B0600070205080204" pitchFamily="34" charset="-128"/>
            </a:endParaRPr>
          </a:p>
          <a:p>
            <a:pPr lvl="2">
              <a:lnSpc>
                <a:spcPct val="90000"/>
              </a:lnSpc>
              <a:buFont typeface="Wingdings" panose="05000000000000000000" pitchFamily="2" charset="2"/>
              <a:buNone/>
            </a:pPr>
            <a:endParaRPr lang="en-US" altLang="en-US" sz="800" dirty="0">
              <a:ea typeface="ＭＳ Ｐゴシック" panose="020B0600070205080204" pitchFamily="34" charset="-128"/>
            </a:endParaRPr>
          </a:p>
          <a:p>
            <a:pPr lvl="2">
              <a:lnSpc>
                <a:spcPct val="90000"/>
              </a:lnSpc>
              <a:buFont typeface="Wingdings" panose="05000000000000000000" pitchFamily="2" charset="2"/>
              <a:buNone/>
            </a:pPr>
            <a:endParaRPr lang="en-US" altLang="en-US" sz="2000" dirty="0">
              <a:ea typeface="ＭＳ Ｐゴシック" panose="020B0600070205080204" pitchFamily="34" charset="-128"/>
            </a:endParaRPr>
          </a:p>
          <a:p>
            <a:pPr lvl="2">
              <a:lnSpc>
                <a:spcPct val="90000"/>
              </a:lnSpc>
              <a:buFont typeface="Wingdings" panose="05000000000000000000" pitchFamily="2" charset="2"/>
              <a:buNone/>
            </a:pPr>
            <a:r>
              <a:rPr lang="en-US" altLang="en-US" sz="2000" dirty="0">
                <a:ea typeface="ＭＳ Ｐゴシック" panose="020B0600070205080204" pitchFamily="34" charset="-128"/>
              </a:rPr>
              <a:t/>
            </a:r>
            <a:br>
              <a:rPr lang="en-US" altLang="en-US" sz="2000" dirty="0">
                <a:ea typeface="ＭＳ Ｐゴシック" panose="020B0600070205080204" pitchFamily="34" charset="-128"/>
              </a:rPr>
            </a:br>
            <a:endParaRPr lang="en-US" altLang="en-US" sz="800" dirty="0">
              <a:ea typeface="ＭＳ Ｐゴシック" panose="020B0600070205080204" pitchFamily="34" charset="-128"/>
            </a:endParaRPr>
          </a:p>
          <a:p>
            <a:pPr lvl="1">
              <a:lnSpc>
                <a:spcPct val="90000"/>
              </a:lnSpc>
            </a:pPr>
            <a:r>
              <a:rPr lang="en-US" altLang="en-US" sz="2400" dirty="0">
                <a:ea typeface="ＭＳ Ｐゴシック" panose="020B0600070205080204" pitchFamily="34" charset="-128"/>
              </a:rPr>
              <a:t>For 2-class problem (p, 1 – p):</a:t>
            </a:r>
          </a:p>
          <a:p>
            <a:pPr lvl="2">
              <a:lnSpc>
                <a:spcPct val="90000"/>
              </a:lnSpc>
            </a:pPr>
            <a:r>
              <a:rPr lang="en-US" altLang="en-US" sz="2000" dirty="0">
                <a:ea typeface="ＭＳ Ｐゴシック" panose="020B0600070205080204" pitchFamily="34" charset="-128"/>
              </a:rPr>
              <a:t> GINI = 1 – p</a:t>
            </a:r>
            <a:r>
              <a:rPr lang="en-US" altLang="en-US" sz="2000" baseline="30000" dirty="0">
                <a:ea typeface="ＭＳ Ｐゴシック" panose="020B0600070205080204" pitchFamily="34" charset="-128"/>
              </a:rPr>
              <a:t>2</a:t>
            </a:r>
            <a:r>
              <a:rPr lang="en-US" altLang="en-US" sz="2000" dirty="0">
                <a:ea typeface="ＭＳ Ｐゴシック" panose="020B0600070205080204" pitchFamily="34" charset="-128"/>
              </a:rPr>
              <a:t> – (1 – p)</a:t>
            </a:r>
            <a:r>
              <a:rPr lang="en-US" altLang="en-US" sz="2000" baseline="30000" dirty="0">
                <a:ea typeface="ＭＳ Ｐゴシック" panose="020B0600070205080204" pitchFamily="34" charset="-128"/>
              </a:rPr>
              <a:t>2</a:t>
            </a:r>
            <a:r>
              <a:rPr lang="en-US" altLang="en-US" sz="2000" dirty="0">
                <a:ea typeface="ＭＳ Ｐゴシック" panose="020B0600070205080204" pitchFamily="34" charset="-128"/>
              </a:rPr>
              <a:t> = 2p (1-p)</a:t>
            </a:r>
            <a:endParaRPr lang="en-US" altLang="en-US" sz="1600" baseline="30000" dirty="0">
              <a:ea typeface="ＭＳ Ｐゴシック" panose="020B0600070205080204" pitchFamily="34" charset="-128"/>
            </a:endParaRPr>
          </a:p>
        </p:txBody>
      </p:sp>
      <p:graphicFrame>
        <p:nvGraphicFramePr>
          <p:cNvPr id="38916" name="Object 1">
            <a:extLst>
              <a:ext uri="{FF2B5EF4-FFF2-40B4-BE49-F238E27FC236}">
                <a16:creationId xmlns:a16="http://schemas.microsoft.com/office/drawing/2014/main" xmlns="" id="{EE315B9B-4DE7-458B-9F56-648AB06C9CD9}"/>
              </a:ext>
            </a:extLst>
          </p:cNvPr>
          <p:cNvGraphicFramePr>
            <a:graphicFrameLocks noChangeAspect="1"/>
          </p:cNvGraphicFramePr>
          <p:nvPr/>
        </p:nvGraphicFramePr>
        <p:xfrm>
          <a:off x="1295400" y="4572000"/>
          <a:ext cx="1371600" cy="808038"/>
        </p:xfrm>
        <a:graphic>
          <a:graphicData uri="http://schemas.openxmlformats.org/presentationml/2006/ole">
            <p:oleObj spid="_x0000_s39228" name="Document" r:id="rId3" imgW="3284220" imgH="1970532" progId="Word.Document.8">
              <p:embed/>
            </p:oleObj>
          </a:graphicData>
        </a:graphic>
      </p:graphicFrame>
      <p:graphicFrame>
        <p:nvGraphicFramePr>
          <p:cNvPr id="38917" name="Object 2">
            <a:extLst>
              <a:ext uri="{FF2B5EF4-FFF2-40B4-BE49-F238E27FC236}">
                <a16:creationId xmlns:a16="http://schemas.microsoft.com/office/drawing/2014/main" xmlns="" id="{6E71460F-3960-42A3-BB53-55C550E0A025}"/>
              </a:ext>
            </a:extLst>
          </p:cNvPr>
          <p:cNvGraphicFramePr>
            <a:graphicFrameLocks noChangeAspect="1"/>
          </p:cNvGraphicFramePr>
          <p:nvPr/>
        </p:nvGraphicFramePr>
        <p:xfrm>
          <a:off x="4572000" y="4572000"/>
          <a:ext cx="1371600" cy="808038"/>
        </p:xfrm>
        <a:graphic>
          <a:graphicData uri="http://schemas.openxmlformats.org/presentationml/2006/ole">
            <p:oleObj spid="_x0000_s39229" name="Document" r:id="rId4" imgW="3284220" imgH="1970532" progId="Word.Document.8">
              <p:embed/>
            </p:oleObj>
          </a:graphicData>
        </a:graphic>
      </p:graphicFrame>
      <p:graphicFrame>
        <p:nvGraphicFramePr>
          <p:cNvPr id="38918" name="Object 3">
            <a:extLst>
              <a:ext uri="{FF2B5EF4-FFF2-40B4-BE49-F238E27FC236}">
                <a16:creationId xmlns:a16="http://schemas.microsoft.com/office/drawing/2014/main" xmlns="" id="{8A4756EA-4B03-42EA-9913-FAA930BC1993}"/>
              </a:ext>
            </a:extLst>
          </p:cNvPr>
          <p:cNvGraphicFramePr>
            <a:graphicFrameLocks noChangeAspect="1"/>
          </p:cNvGraphicFramePr>
          <p:nvPr/>
        </p:nvGraphicFramePr>
        <p:xfrm>
          <a:off x="6248400" y="4572000"/>
          <a:ext cx="1371600" cy="808038"/>
        </p:xfrm>
        <a:graphic>
          <a:graphicData uri="http://schemas.openxmlformats.org/presentationml/2006/ole">
            <p:oleObj spid="_x0000_s39230" name="Document" r:id="rId5" imgW="3284220" imgH="1970532" progId="Word.Document.8">
              <p:embed/>
            </p:oleObj>
          </a:graphicData>
        </a:graphic>
      </p:graphicFrame>
      <p:graphicFrame>
        <p:nvGraphicFramePr>
          <p:cNvPr id="38919" name="Object 4">
            <a:extLst>
              <a:ext uri="{FF2B5EF4-FFF2-40B4-BE49-F238E27FC236}">
                <a16:creationId xmlns:a16="http://schemas.microsoft.com/office/drawing/2014/main" xmlns="" id="{EC5A82F4-0C14-4A30-80CD-8B7C42019D5F}"/>
              </a:ext>
            </a:extLst>
          </p:cNvPr>
          <p:cNvGraphicFramePr>
            <a:graphicFrameLocks noChangeAspect="1"/>
          </p:cNvGraphicFramePr>
          <p:nvPr/>
        </p:nvGraphicFramePr>
        <p:xfrm>
          <a:off x="2971800" y="4572000"/>
          <a:ext cx="1371600" cy="808038"/>
        </p:xfrm>
        <a:graphic>
          <a:graphicData uri="http://schemas.openxmlformats.org/presentationml/2006/ole">
            <p:oleObj spid="_x0000_s39231" name="Document" r:id="rId6" imgW="3284220" imgH="1970532" progId="Word.Document.8">
              <p:embed/>
            </p:oleObj>
          </a:graphicData>
        </a:graphic>
      </p:graphicFrame>
      <p:sp>
        <p:nvSpPr>
          <p:cNvPr id="2" name="Date Placeholder 1">
            <a:extLst>
              <a:ext uri="{FF2B5EF4-FFF2-40B4-BE49-F238E27FC236}">
                <a16:creationId xmlns:a16="http://schemas.microsoft.com/office/drawing/2014/main" xmlns="" id="{63D3EDE1-1A11-4217-9072-722C008D2D29}"/>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AEF391D5-8CCD-4B7B-AEAD-4F7B958B921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13C73ABD-BE94-453C-B227-9AEBB5668060}"/>
              </a:ext>
            </a:extLst>
          </p:cNvPr>
          <p:cNvSpPr>
            <a:spLocks noGrp="1"/>
          </p:cNvSpPr>
          <p:nvPr>
            <p:ph type="sldNum" sz="quarter" idx="12"/>
          </p:nvPr>
        </p:nvSpPr>
        <p:spPr/>
        <p:txBody>
          <a:bodyPr/>
          <a:lstStyle/>
          <a:p>
            <a:pPr>
              <a:defRPr/>
            </a:pPr>
            <a:fld id="{6962B9CE-DD13-4C04-8E3A-BE1A957B656B}" type="slidenum">
              <a:rPr lang="en-US"/>
              <a:pPr>
                <a:defRPr/>
              </a:pPr>
              <a:t>33</a:t>
            </a:fld>
            <a:endParaRPr lang="en-US"/>
          </a:p>
        </p:txBody>
      </p:sp>
      <mc:AlternateContent xmlns:mc="http://schemas.openxmlformats.org/markup-compatibility/2006">
        <mc:Choice xmlns:a14="http://schemas.microsoft.com/office/drawing/2010/main" xmlns="" Requires="a14">
          <p:sp>
            <p:nvSpPr>
              <p:cNvPr id="12" name="TextBox 11">
                <a:extLst>
                  <a:ext uri="{FF2B5EF4-FFF2-40B4-BE49-F238E27FC236}">
                    <a16:creationId xmlns:a16="http://schemas.microsoft.com/office/drawing/2014/main" id="{63AF1F6F-5C58-4E6E-9969-C42AC982F3DF}"/>
                  </a:ext>
                </a:extLst>
              </p:cNvPr>
              <p:cNvSpPr txBox="1"/>
              <p:nvPr/>
            </p:nvSpPr>
            <p:spPr>
              <a:xfrm>
                <a:off x="1657350" y="1819652"/>
                <a:ext cx="3848810"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𝐺𝑖𝑛𝑖</m:t>
                      </m:r>
                      <m:r>
                        <a:rPr lang="en-US" sz="2400" b="0" i="1" smtClean="0">
                          <a:latin typeface="Cambria Math" panose="02040503050406030204" pitchFamily="18" charset="0"/>
                        </a:rPr>
                        <m:t> </m:t>
                      </m:r>
                      <m:r>
                        <a:rPr lang="en-US" sz="2400" b="0" i="1" smtClean="0">
                          <a:latin typeface="Cambria Math" panose="02040503050406030204" pitchFamily="18" charset="0"/>
                        </a:rPr>
                        <m:t>𝐼𝑛𝑑𝑒𝑥</m:t>
                      </m:r>
                      <m:r>
                        <a:rPr lang="en-US" sz="2400" b="0" i="1" smtClean="0">
                          <a:latin typeface="Cambria Math" panose="02040503050406030204" pitchFamily="18" charset="0"/>
                        </a:rPr>
                        <m:t>=1 −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e>
                            <m:sup>
                              <m:r>
                                <a:rPr lang="en-US" sz="2400" b="0" i="1" smtClean="0">
                                  <a:latin typeface="Cambria Math" panose="02040503050406030204" pitchFamily="18" charset="0"/>
                                </a:rPr>
                                <m:t>2</m:t>
                              </m:r>
                            </m:sup>
                          </m:sSup>
                        </m:e>
                      </m:nary>
                    </m:oMath>
                  </m:oMathPara>
                </a14:m>
                <a:endParaRPr lang="en-US" sz="2400" b="0" dirty="0"/>
              </a:p>
            </p:txBody>
          </p:sp>
        </mc:Choice>
        <mc:Fallback>
          <p:sp>
            <p:nvSpPr>
              <p:cNvPr id="12" name="TextBox 11">
                <a:extLst>
                  <a:ext uri="{FF2B5EF4-FFF2-40B4-BE49-F238E27FC236}">
                    <a16:creationId xmlns:a16="http://schemas.microsoft.com/office/drawing/2014/main" xmlns="" xmlns:a14="http://schemas.microsoft.com/office/drawing/2010/main" id="{63AF1F6F-5C58-4E6E-9969-C42AC982F3DF}"/>
                  </a:ext>
                </a:extLst>
              </p:cNvPr>
              <p:cNvSpPr txBox="1">
                <a:spLocks noRot="1" noChangeAspect="1" noMove="1" noResize="1" noEditPoints="1" noAdjustHandles="1" noChangeArrowheads="1" noChangeShapeType="1" noTextEdit="1"/>
              </p:cNvSpPr>
              <p:nvPr/>
            </p:nvSpPr>
            <p:spPr>
              <a:xfrm>
                <a:off x="1657350" y="1819652"/>
                <a:ext cx="3848810" cy="1037848"/>
              </a:xfrm>
              <a:prstGeom prst="rect">
                <a:avLst/>
              </a:prstGeom>
              <a:blipFill>
                <a:blip r:embed="rId7" cstate="print"/>
                <a:stretch>
                  <a:fillRect/>
                </a:stretch>
              </a:blipFill>
            </p:spPr>
            <p:txBody>
              <a:bodyPr/>
              <a:lstStyle/>
              <a:p>
                <a:r>
                  <a:rPr 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xmlns="" id="{D0797F97-8737-4196-8F78-DDED39E93034}"/>
              </a:ext>
            </a:extLst>
          </p:cNvPr>
          <p:cNvSpPr>
            <a:spLocks noGrp="1" noChangeArrowheads="1"/>
          </p:cNvSpPr>
          <p:nvPr>
            <p:ph type="title"/>
          </p:nvPr>
        </p:nvSpPr>
        <p:spPr/>
        <p:txBody>
          <a:bodyPr/>
          <a:lstStyle/>
          <a:p>
            <a:pPr>
              <a:defRPr/>
            </a:pPr>
            <a:r>
              <a:rPr lang="en-US">
                <a:cs typeface="+mj-cs"/>
              </a:rPr>
              <a:t>Computing Gini Index of a Single Node</a:t>
            </a:r>
          </a:p>
        </p:txBody>
      </p:sp>
      <p:graphicFrame>
        <p:nvGraphicFramePr>
          <p:cNvPr id="39938" name="Object 5">
            <a:extLst>
              <a:ext uri="{FF2B5EF4-FFF2-40B4-BE49-F238E27FC236}">
                <a16:creationId xmlns:a16="http://schemas.microsoft.com/office/drawing/2014/main" xmlns="" id="{E8200039-0ABF-4B57-A2ED-2890FA279DFA}"/>
              </a:ext>
            </a:extLst>
          </p:cNvPr>
          <p:cNvGraphicFramePr>
            <a:graphicFrameLocks noChangeAspect="1"/>
          </p:cNvGraphicFramePr>
          <p:nvPr/>
        </p:nvGraphicFramePr>
        <p:xfrm>
          <a:off x="457200" y="2339975"/>
          <a:ext cx="2362200" cy="936625"/>
        </p:xfrm>
        <a:graphic>
          <a:graphicData uri="http://schemas.openxmlformats.org/presentationml/2006/ole">
            <p:oleObj spid="_x0000_s40178" name="Document" r:id="rId3" imgW="3238500" imgH="1357884" progId="Word.Document.8">
              <p:embed/>
            </p:oleObj>
          </a:graphicData>
        </a:graphic>
      </p:graphicFrame>
      <p:graphicFrame>
        <p:nvGraphicFramePr>
          <p:cNvPr id="39939" name="Object 6">
            <a:extLst>
              <a:ext uri="{FF2B5EF4-FFF2-40B4-BE49-F238E27FC236}">
                <a16:creationId xmlns:a16="http://schemas.microsoft.com/office/drawing/2014/main" xmlns="" id="{7120A4C6-279B-4344-8651-656473735165}"/>
              </a:ext>
            </a:extLst>
          </p:cNvPr>
          <p:cNvGraphicFramePr>
            <a:graphicFrameLocks noChangeAspect="1"/>
          </p:cNvGraphicFramePr>
          <p:nvPr/>
        </p:nvGraphicFramePr>
        <p:xfrm>
          <a:off x="533400" y="5181600"/>
          <a:ext cx="2286000" cy="938213"/>
        </p:xfrm>
        <a:graphic>
          <a:graphicData uri="http://schemas.openxmlformats.org/presentationml/2006/ole">
            <p:oleObj spid="_x0000_s40179" name="Document" r:id="rId4" imgW="3238500" imgH="1382268" progId="Word.Document.8">
              <p:embed/>
            </p:oleObj>
          </a:graphicData>
        </a:graphic>
      </p:graphicFrame>
      <p:graphicFrame>
        <p:nvGraphicFramePr>
          <p:cNvPr id="39940" name="Object 8">
            <a:extLst>
              <a:ext uri="{FF2B5EF4-FFF2-40B4-BE49-F238E27FC236}">
                <a16:creationId xmlns:a16="http://schemas.microsoft.com/office/drawing/2014/main" xmlns="" id="{204A3D49-4270-4D62-ABAA-F91EA1DF73FA}"/>
              </a:ext>
            </a:extLst>
          </p:cNvPr>
          <p:cNvGraphicFramePr>
            <a:graphicFrameLocks noChangeAspect="1"/>
          </p:cNvGraphicFramePr>
          <p:nvPr/>
        </p:nvGraphicFramePr>
        <p:xfrm>
          <a:off x="533400" y="3817938"/>
          <a:ext cx="2286000" cy="906462"/>
        </p:xfrm>
        <a:graphic>
          <a:graphicData uri="http://schemas.openxmlformats.org/presentationml/2006/ole">
            <p:oleObj spid="_x0000_s40180" name="Document" r:id="rId5" imgW="3238500" imgH="1357884" progId="Word.Document.8">
              <p:embed/>
            </p:oleObj>
          </a:graphicData>
        </a:graphic>
      </p:graphicFrame>
      <p:sp>
        <p:nvSpPr>
          <p:cNvPr id="39941" name="Text Box 10">
            <a:extLst>
              <a:ext uri="{FF2B5EF4-FFF2-40B4-BE49-F238E27FC236}">
                <a16:creationId xmlns:a16="http://schemas.microsoft.com/office/drawing/2014/main" xmlns="" id="{5132657C-D92C-4BC0-AC0F-43D3EC302F57}"/>
              </a:ext>
            </a:extLst>
          </p:cNvPr>
          <p:cNvSpPr txBox="1">
            <a:spLocks noChangeArrowheads="1"/>
          </p:cNvSpPr>
          <p:nvPr/>
        </p:nvSpPr>
        <p:spPr bwMode="auto">
          <a:xfrm>
            <a:off x="3048000" y="2339975"/>
            <a:ext cx="51816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0/6 = 0     P(C2) = 6/6 = 1</a:t>
            </a:r>
          </a:p>
          <a:p>
            <a:pPr>
              <a:spcBef>
                <a:spcPct val="50000"/>
              </a:spcBef>
              <a:spcAft>
                <a:spcPct val="0"/>
              </a:spcAft>
              <a:buClrTx/>
              <a:buSzTx/>
              <a:buFontTx/>
              <a:buNone/>
            </a:pPr>
            <a:r>
              <a:rPr lang="en-US" altLang="en-US" sz="2000"/>
              <a:t>Gini = 1 – P(C1)</a:t>
            </a:r>
            <a:r>
              <a:rPr lang="en-US" altLang="en-US" sz="2000" baseline="30000"/>
              <a:t>2 </a:t>
            </a:r>
            <a:r>
              <a:rPr lang="en-US" altLang="en-US" sz="2000"/>
              <a:t>– P(C2)</a:t>
            </a:r>
            <a:r>
              <a:rPr lang="en-US" altLang="en-US" sz="2000" baseline="30000"/>
              <a:t>2</a:t>
            </a:r>
            <a:r>
              <a:rPr lang="en-US" altLang="en-US" sz="2000"/>
              <a:t> = 1 – 0 – 1 = 0 </a:t>
            </a:r>
          </a:p>
        </p:txBody>
      </p:sp>
      <p:sp>
        <p:nvSpPr>
          <p:cNvPr id="39943" name="Text Box 12">
            <a:extLst>
              <a:ext uri="{FF2B5EF4-FFF2-40B4-BE49-F238E27FC236}">
                <a16:creationId xmlns:a16="http://schemas.microsoft.com/office/drawing/2014/main" xmlns="" id="{6B83C9A4-725F-4709-A681-1DA1F3E292D8}"/>
              </a:ext>
            </a:extLst>
          </p:cNvPr>
          <p:cNvSpPr txBox="1">
            <a:spLocks noChangeArrowheads="1"/>
          </p:cNvSpPr>
          <p:nvPr/>
        </p:nvSpPr>
        <p:spPr bwMode="auto">
          <a:xfrm>
            <a:off x="3124200" y="3817938"/>
            <a:ext cx="51816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1/6          P(C2) = 5/6</a:t>
            </a:r>
          </a:p>
          <a:p>
            <a:pPr>
              <a:spcBef>
                <a:spcPct val="50000"/>
              </a:spcBef>
              <a:spcAft>
                <a:spcPct val="0"/>
              </a:spcAft>
              <a:buClrTx/>
              <a:buSzTx/>
              <a:buFontTx/>
              <a:buNone/>
            </a:pPr>
            <a:r>
              <a:rPr lang="en-US" altLang="en-US" sz="2000"/>
              <a:t>Gini = 1 – (1/6)</a:t>
            </a:r>
            <a:r>
              <a:rPr lang="en-US" altLang="en-US" sz="2000" baseline="30000"/>
              <a:t>2 </a:t>
            </a:r>
            <a:r>
              <a:rPr lang="en-US" altLang="en-US" sz="2000"/>
              <a:t>– (5/6)</a:t>
            </a:r>
            <a:r>
              <a:rPr lang="en-US" altLang="en-US" sz="2000" baseline="30000"/>
              <a:t>2</a:t>
            </a:r>
            <a:r>
              <a:rPr lang="en-US" altLang="en-US" sz="2000"/>
              <a:t> = 0.278</a:t>
            </a:r>
          </a:p>
        </p:txBody>
      </p:sp>
      <p:sp>
        <p:nvSpPr>
          <p:cNvPr id="39944" name="Text Box 13">
            <a:extLst>
              <a:ext uri="{FF2B5EF4-FFF2-40B4-BE49-F238E27FC236}">
                <a16:creationId xmlns:a16="http://schemas.microsoft.com/office/drawing/2014/main" xmlns="" id="{273B77E6-5A4D-4498-BE2E-6EF07BE4FDF8}"/>
              </a:ext>
            </a:extLst>
          </p:cNvPr>
          <p:cNvSpPr txBox="1">
            <a:spLocks noChangeArrowheads="1"/>
          </p:cNvSpPr>
          <p:nvPr/>
        </p:nvSpPr>
        <p:spPr bwMode="auto">
          <a:xfrm>
            <a:off x="3124200" y="5105400"/>
            <a:ext cx="51816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2/6          P(C2) = 4/6</a:t>
            </a:r>
          </a:p>
          <a:p>
            <a:pPr>
              <a:spcBef>
                <a:spcPct val="50000"/>
              </a:spcBef>
              <a:spcAft>
                <a:spcPct val="0"/>
              </a:spcAft>
              <a:buClrTx/>
              <a:buSzTx/>
              <a:buFontTx/>
              <a:buNone/>
            </a:pPr>
            <a:r>
              <a:rPr lang="en-US" altLang="en-US" sz="2000"/>
              <a:t>Gini = 1 – (2/6)</a:t>
            </a:r>
            <a:r>
              <a:rPr lang="en-US" altLang="en-US" sz="2000" baseline="30000"/>
              <a:t>2 </a:t>
            </a:r>
            <a:r>
              <a:rPr lang="en-US" altLang="en-US" sz="2000"/>
              <a:t>– (4/6)</a:t>
            </a:r>
            <a:r>
              <a:rPr lang="en-US" altLang="en-US" sz="2000" baseline="30000"/>
              <a:t>2</a:t>
            </a:r>
            <a:r>
              <a:rPr lang="en-US" altLang="en-US" sz="2000"/>
              <a:t> = 0.444</a:t>
            </a:r>
          </a:p>
        </p:txBody>
      </p:sp>
      <p:sp>
        <p:nvSpPr>
          <p:cNvPr id="2" name="Date Placeholder 1">
            <a:extLst>
              <a:ext uri="{FF2B5EF4-FFF2-40B4-BE49-F238E27FC236}">
                <a16:creationId xmlns:a16="http://schemas.microsoft.com/office/drawing/2014/main" xmlns="" id="{98C9E4E7-BC89-4A57-B641-77BA45BDA816}"/>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F3F61E7E-E2B4-4C81-BA18-B27510545930}"/>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505481D9-A3B4-4E13-857D-1D6CEFDEA472}"/>
              </a:ext>
            </a:extLst>
          </p:cNvPr>
          <p:cNvSpPr>
            <a:spLocks noGrp="1"/>
          </p:cNvSpPr>
          <p:nvPr>
            <p:ph type="sldNum" sz="quarter" idx="12"/>
          </p:nvPr>
        </p:nvSpPr>
        <p:spPr/>
        <p:txBody>
          <a:bodyPr/>
          <a:lstStyle/>
          <a:p>
            <a:pPr>
              <a:defRPr/>
            </a:pPr>
            <a:fld id="{B60C5DB0-FAEB-48A8-BECF-D2B899EB371D}" type="slidenum">
              <a:rPr lang="en-US"/>
              <a:pPr>
                <a:defRPr/>
              </a:pPr>
              <a:t>34</a:t>
            </a:fld>
            <a:endParaRPr lang="en-US"/>
          </a:p>
        </p:txBody>
      </p:sp>
      <mc:AlternateContent xmlns:mc="http://schemas.openxmlformats.org/markup-compatibility/2006">
        <mc:Choice xmlns:a14="http://schemas.microsoft.com/office/drawing/2010/main" xmlns="" Requires="a14">
          <p:sp>
            <p:nvSpPr>
              <p:cNvPr id="13" name="TextBox 12">
                <a:extLst>
                  <a:ext uri="{FF2B5EF4-FFF2-40B4-BE49-F238E27FC236}">
                    <a16:creationId xmlns:a16="http://schemas.microsoft.com/office/drawing/2014/main" id="{5A8B679A-E8F1-40EB-8D90-5FB6D8C61362}"/>
                  </a:ext>
                </a:extLst>
              </p:cNvPr>
              <p:cNvSpPr txBox="1"/>
              <p:nvPr/>
            </p:nvSpPr>
            <p:spPr>
              <a:xfrm>
                <a:off x="2209800" y="1031458"/>
                <a:ext cx="3848810"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𝐺𝑖𝑛𝑖</m:t>
                      </m:r>
                      <m:r>
                        <a:rPr lang="en-US" sz="2400" b="0" i="1" smtClean="0">
                          <a:latin typeface="Cambria Math" panose="02040503050406030204" pitchFamily="18" charset="0"/>
                        </a:rPr>
                        <m:t> </m:t>
                      </m:r>
                      <m:r>
                        <a:rPr lang="en-US" sz="2400" b="0" i="1" smtClean="0">
                          <a:latin typeface="Cambria Math" panose="02040503050406030204" pitchFamily="18" charset="0"/>
                        </a:rPr>
                        <m:t>𝐼𝑛𝑑𝑒𝑥</m:t>
                      </m:r>
                      <m:r>
                        <a:rPr lang="en-US" sz="2400" b="0" i="1" smtClean="0">
                          <a:latin typeface="Cambria Math" panose="02040503050406030204" pitchFamily="18" charset="0"/>
                        </a:rPr>
                        <m:t>=1 −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e>
                            <m:sup>
                              <m:r>
                                <a:rPr lang="en-US" sz="2400" b="0" i="1" smtClean="0">
                                  <a:latin typeface="Cambria Math" panose="02040503050406030204" pitchFamily="18" charset="0"/>
                                </a:rPr>
                                <m:t>2</m:t>
                              </m:r>
                            </m:sup>
                          </m:sSup>
                        </m:e>
                      </m:nary>
                    </m:oMath>
                  </m:oMathPara>
                </a14:m>
                <a:endParaRPr lang="en-US" sz="2400" b="0" dirty="0"/>
              </a:p>
            </p:txBody>
          </p:sp>
        </mc:Choice>
        <mc:Fallback>
          <p:sp>
            <p:nvSpPr>
              <p:cNvPr id="13" name="TextBox 12">
                <a:extLst>
                  <a:ext uri="{FF2B5EF4-FFF2-40B4-BE49-F238E27FC236}">
                    <a16:creationId xmlns:a16="http://schemas.microsoft.com/office/drawing/2014/main" xmlns="" xmlns:a14="http://schemas.microsoft.com/office/drawing/2010/main" id="{5A8B679A-E8F1-40EB-8D90-5FB6D8C61362}"/>
                  </a:ext>
                </a:extLst>
              </p:cNvPr>
              <p:cNvSpPr txBox="1">
                <a:spLocks noRot="1" noChangeAspect="1" noMove="1" noResize="1" noEditPoints="1" noAdjustHandles="1" noChangeArrowheads="1" noChangeShapeType="1" noTextEdit="1"/>
              </p:cNvSpPr>
              <p:nvPr/>
            </p:nvSpPr>
            <p:spPr>
              <a:xfrm>
                <a:off x="2209800" y="1031458"/>
                <a:ext cx="3848810" cy="1037848"/>
              </a:xfrm>
              <a:prstGeom prst="rect">
                <a:avLst/>
              </a:prstGeom>
              <a:blipFill>
                <a:blip r:embed="rId6" cstate="print"/>
                <a:stretch>
                  <a:fillRect/>
                </a:stretch>
              </a:blipFill>
            </p:spPr>
            <p:txBody>
              <a:bodyPr/>
              <a:lstStyle/>
              <a:p>
                <a:r>
                  <a:rPr 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xmlns="" id="{C457AF5C-DE8A-4ACD-9EF6-A7E0705374A8}"/>
              </a:ext>
            </a:extLst>
          </p:cNvPr>
          <p:cNvSpPr>
            <a:spLocks noGrp="1" noChangeArrowheads="1"/>
          </p:cNvSpPr>
          <p:nvPr>
            <p:ph type="title"/>
          </p:nvPr>
        </p:nvSpPr>
        <p:spPr>
          <a:xfrm>
            <a:off x="381000" y="381000"/>
            <a:ext cx="8534400" cy="533400"/>
          </a:xfrm>
        </p:spPr>
        <p:txBody>
          <a:bodyPr/>
          <a:lstStyle/>
          <a:p>
            <a:pPr>
              <a:defRPr/>
            </a:pPr>
            <a:r>
              <a:rPr lang="en-US">
                <a:cs typeface="+mj-cs"/>
              </a:rPr>
              <a:t>Computing Gini Index for a Collection of Nodes</a:t>
            </a:r>
          </a:p>
        </p:txBody>
      </p:sp>
      <mc:AlternateContent xmlns:mc="http://schemas.openxmlformats.org/markup-compatibility/2006">
        <mc:Choice xmlns:a14="http://schemas.microsoft.com/office/drawing/2010/main" xmlns="" Requires="a14">
          <p:sp>
            <p:nvSpPr>
              <p:cNvPr id="34819" name="Rectangle 3">
                <a:extLst>
                  <a:ext uri="{FF2B5EF4-FFF2-40B4-BE49-F238E27FC236}">
                    <a16:creationId xmlns:a16="http://schemas.microsoft.com/office/drawing/2014/main" id="{C78661B2-1DB2-4F6B-9671-6CDF09AC08C4}"/>
                  </a:ext>
                </a:extLst>
              </p:cNvPr>
              <p:cNvSpPr>
                <a:spLocks noGrp="1" noChangeArrowheads="1"/>
              </p:cNvSpPr>
              <p:nvPr>
                <p:ph type="body" sz="half" idx="1"/>
              </p:nvPr>
            </p:nvSpPr>
            <p:spPr>
              <a:xfrm>
                <a:off x="381000" y="1143000"/>
                <a:ext cx="8382000" cy="5181600"/>
              </a:xfrm>
            </p:spPr>
            <p:txBody>
              <a:bodyPr/>
              <a:lstStyle/>
              <a:p>
                <a:pPr marL="342900" indent="-342900">
                  <a:buFont typeface="Monotype Sorts" charset="0"/>
                  <a:buChar char="l"/>
                  <a:defRPr/>
                </a:pPr>
                <a:r>
                  <a:rPr lang="en-US" sz="2400" dirty="0">
                    <a:cs typeface="+mn-cs"/>
                  </a:rPr>
                  <a:t>When a node </a:t>
                </a:r>
                <a14:m>
                  <m:oMath xmlns:m="http://schemas.openxmlformats.org/officeDocument/2006/math">
                    <m:r>
                      <a:rPr lang="en-US" sz="2400" i="1">
                        <a:latin typeface="Cambria Math" panose="02040503050406030204" pitchFamily="18" charset="0"/>
                      </a:rPr>
                      <m:t>𝑝</m:t>
                    </m:r>
                  </m:oMath>
                </a14:m>
                <a:r>
                  <a:rPr lang="en-US" sz="2400" dirty="0">
                    <a:cs typeface="+mn-cs"/>
                  </a:rPr>
                  <a:t> is split into </a:t>
                </a:r>
                <a14:m>
                  <m:oMath xmlns:m="http://schemas.openxmlformats.org/officeDocument/2006/math">
                    <m:r>
                      <a:rPr lang="en-US" sz="2400" i="1">
                        <a:latin typeface="Cambria Math" panose="02040503050406030204" pitchFamily="18" charset="0"/>
                      </a:rPr>
                      <m:t>𝑘</m:t>
                    </m:r>
                  </m:oMath>
                </a14:m>
                <a:r>
                  <a:rPr lang="en-US" sz="2400" dirty="0">
                    <a:cs typeface="+mn-cs"/>
                  </a:rPr>
                  <a:t> partitions (children)</a:t>
                </a:r>
              </a:p>
              <a:p>
                <a:pPr marL="342900" indent="-342900">
                  <a:buFont typeface="Monotype Sorts" charset="0"/>
                  <a:buChar char="l"/>
                  <a:defRPr/>
                </a:pPr>
                <a:endParaRPr lang="en-US" sz="2400" dirty="0">
                  <a:cs typeface="+mn-cs"/>
                </a:endParaRPr>
              </a:p>
              <a:p>
                <a:pPr marL="342900" indent="-342900">
                  <a:buFont typeface="Monotype Sorts" charset="0"/>
                  <a:buNone/>
                  <a:defRPr/>
                </a:pPr>
                <a:r>
                  <a:rPr lang="en-US" sz="2400" dirty="0">
                    <a:cs typeface="+mn-cs"/>
                  </a:rPr>
                  <a:t>	</a:t>
                </a:r>
              </a:p>
              <a:p>
                <a:pPr marL="342900" indent="-342900">
                  <a:buFont typeface="Monotype Sorts" charset="0"/>
                  <a:buNone/>
                  <a:defRPr/>
                </a:pPr>
                <a:endParaRPr lang="en-US" sz="2400" dirty="0">
                  <a:cs typeface="+mn-cs"/>
                </a:endParaRPr>
              </a:p>
              <a:p>
                <a:pPr marL="342900" indent="-342900">
                  <a:buFont typeface="Monotype Sorts" charset="0"/>
                  <a:buNone/>
                  <a:defRPr/>
                </a:pPr>
                <a:r>
                  <a:rPr lang="en-US" sz="2400" dirty="0">
                    <a:cs typeface="+mn-cs"/>
                  </a:rPr>
                  <a:t>	where,	</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i="1">
                            <a:latin typeface="Cambria Math" panose="02040503050406030204" pitchFamily="18" charset="0"/>
                          </a:rPr>
                          <m:t>𝑖</m:t>
                        </m:r>
                      </m:sub>
                    </m:sSub>
                  </m:oMath>
                </a14:m>
                <a:r>
                  <a:rPr lang="en-US" sz="2400" dirty="0">
                    <a:cs typeface="+mn-cs"/>
                  </a:rPr>
                  <a:t> = number of records at child </a:t>
                </a:r>
                <a14:m>
                  <m:oMath xmlns:m="http://schemas.openxmlformats.org/officeDocument/2006/math">
                    <m:r>
                      <a:rPr lang="en-US" sz="2400" b="0" i="1" smtClean="0">
                        <a:latin typeface="Cambria Math" panose="02040503050406030204" pitchFamily="18" charset="0"/>
                      </a:rPr>
                      <m:t>𝑖</m:t>
                    </m:r>
                  </m:oMath>
                </a14:m>
                <a:r>
                  <a:rPr lang="en-US" sz="2400" dirty="0">
                    <a:cs typeface="+mn-cs"/>
                  </a:rPr>
                  <a:t>,</a:t>
                </a:r>
              </a:p>
              <a:p>
                <a:pPr marL="342900" indent="-342900">
                  <a:buFont typeface="Monotype Sorts" charset="0"/>
                  <a:buNone/>
                  <a:defRPr/>
                </a:pPr>
                <a:r>
                  <a:rPr lang="en-US" sz="2400" dirty="0">
                    <a:cs typeface="+mn-cs"/>
                  </a:rPr>
                  <a:t>    			</a:t>
                </a:r>
                <a:r>
                  <a:rPr lang="en-US" sz="2400" dirty="0"/>
                  <a:t> </a:t>
                </a:r>
                <a14:m>
                  <m:oMath xmlns:m="http://schemas.openxmlformats.org/officeDocument/2006/math">
                    <m:r>
                      <a:rPr lang="en-US" sz="2400" i="1">
                        <a:latin typeface="Cambria Math" panose="02040503050406030204" pitchFamily="18" charset="0"/>
                      </a:rPr>
                      <m:t>𝑛</m:t>
                    </m:r>
                  </m:oMath>
                </a14:m>
                <a:r>
                  <a:rPr lang="en-US" sz="2400" baseline="-25000" dirty="0">
                    <a:cs typeface="+mn-cs"/>
                  </a:rPr>
                  <a:t> </a:t>
                </a:r>
                <a:r>
                  <a:rPr lang="en-US" sz="2400" dirty="0">
                    <a:cs typeface="+mn-cs"/>
                  </a:rPr>
                  <a:t> = number of records at parent node </a:t>
                </a:r>
                <a14:m>
                  <m:oMath xmlns:m="http://schemas.openxmlformats.org/officeDocument/2006/math">
                    <m:r>
                      <a:rPr lang="en-US" sz="2400" b="0" i="1" smtClean="0">
                        <a:latin typeface="Cambria Math" panose="02040503050406030204" pitchFamily="18" charset="0"/>
                      </a:rPr>
                      <m:t>𝑝</m:t>
                    </m:r>
                  </m:oMath>
                </a14:m>
                <a:r>
                  <a:rPr lang="en-US" sz="2400" dirty="0">
                    <a:cs typeface="+mn-cs"/>
                  </a:rPr>
                  <a:t>.</a:t>
                </a:r>
              </a:p>
              <a:p>
                <a:pPr marL="342900" indent="-342900">
                  <a:buFont typeface="Monotype Sorts" charset="0"/>
                  <a:buNone/>
                  <a:defRPr/>
                </a:pPr>
                <a:endParaRPr lang="en-US" sz="2400" dirty="0">
                  <a:cs typeface="+mn-cs"/>
                </a:endParaRPr>
              </a:p>
              <a:p>
                <a:pPr lvl="4">
                  <a:defRPr/>
                </a:pPr>
                <a:endParaRPr lang="en-US" sz="1800" dirty="0">
                  <a:latin typeface="Times New Roman" charset="0"/>
                </a:endParaRPr>
              </a:p>
            </p:txBody>
          </p:sp>
        </mc:Choice>
        <mc:Fallback>
          <p:sp>
            <p:nvSpPr>
              <p:cNvPr id="34819" name="Rectangle 3">
                <a:extLst>
                  <a:ext uri="{FF2B5EF4-FFF2-40B4-BE49-F238E27FC236}">
                    <a16:creationId xmlns:a16="http://schemas.microsoft.com/office/drawing/2014/main" xmlns="" xmlns:a14="http://schemas.microsoft.com/office/drawing/2010/main" id="{C78661B2-1DB2-4F6B-9671-6CDF09AC08C4}"/>
                  </a:ext>
                </a:extLst>
              </p:cNvPr>
              <p:cNvSpPr>
                <a:spLocks noGrp="1" noRot="1" noChangeAspect="1" noMove="1" noResize="1" noEditPoints="1" noAdjustHandles="1" noChangeArrowheads="1" noChangeShapeType="1" noTextEdit="1"/>
              </p:cNvSpPr>
              <p:nvPr>
                <p:ph type="body" sz="half" idx="1"/>
              </p:nvPr>
            </p:nvSpPr>
            <p:spPr>
              <a:xfrm>
                <a:off x="381000" y="1143000"/>
                <a:ext cx="8382000" cy="5181600"/>
              </a:xfrm>
              <a:blipFill>
                <a:blip r:embed="rId2" cstate="print"/>
                <a:stretch>
                  <a:fillRect l="-509" t="-941"/>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xmlns="" id="{79EFCDD8-7579-4DB7-906F-22AD38AE82B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C3CC645-64C3-44BD-BEE7-C31BE4C63328}"/>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2F1C942-24C4-4751-8197-C600A6C051C8}"/>
              </a:ext>
            </a:extLst>
          </p:cNvPr>
          <p:cNvSpPr>
            <a:spLocks noGrp="1"/>
          </p:cNvSpPr>
          <p:nvPr>
            <p:ph type="sldNum" sz="quarter" idx="12"/>
          </p:nvPr>
        </p:nvSpPr>
        <p:spPr/>
        <p:txBody>
          <a:bodyPr/>
          <a:lstStyle/>
          <a:p>
            <a:pPr>
              <a:defRPr/>
            </a:pPr>
            <a:fld id="{F63FBC28-9F6C-4917-A5BA-4447E0D72FE2}" type="slidenum">
              <a:rPr lang="en-US"/>
              <a:pPr>
                <a:defRPr/>
              </a:pPr>
              <a:t>35</a:t>
            </a:fld>
            <a:endParaRPr lang="en-US"/>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78A50692-1EC5-4230-8B8B-3D1EBF46DC67}"/>
                  </a:ext>
                </a:extLst>
              </p:cNvPr>
              <p:cNvSpPr txBox="1"/>
              <p:nvPr/>
            </p:nvSpPr>
            <p:spPr>
              <a:xfrm>
                <a:off x="1981200" y="1752600"/>
                <a:ext cx="3535007" cy="10459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𝐺𝐼𝑁</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𝑠𝑝𝑙𝑖𝑡</m:t>
                          </m:r>
                        </m:sub>
                      </m:sSub>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𝑖</m:t>
                                  </m:r>
                                </m:sub>
                              </m:sSub>
                            </m:num>
                            <m:den>
                              <m:r>
                                <a:rPr lang="en-US" sz="2400" b="0" i="1" smtClean="0">
                                  <a:latin typeface="Cambria Math" panose="02040503050406030204" pitchFamily="18" charset="0"/>
                                </a:rPr>
                                <m:t>𝑛</m:t>
                              </m:r>
                            </m:den>
                          </m:f>
                          <m:r>
                            <a:rPr lang="en-US" sz="2400" b="0" i="1" smtClean="0">
                              <a:latin typeface="Cambria Math" panose="02040503050406030204" pitchFamily="18" charset="0"/>
                            </a:rPr>
                            <m:t>𝐺𝐼𝑁𝐼</m:t>
                          </m:r>
                          <m:r>
                            <a:rPr lang="en-US" sz="2400" b="0" i="1" smtClean="0">
                              <a:latin typeface="Cambria Math" panose="02040503050406030204" pitchFamily="18" charset="0"/>
                            </a:rPr>
                            <m:t>(</m:t>
                          </m:r>
                          <m:r>
                            <a:rPr lang="en-US" sz="2400" b="0" i="1" smtClean="0">
                              <a:latin typeface="Cambria Math" panose="02040503050406030204" pitchFamily="18" charset="0"/>
                            </a:rPr>
                            <m:t>𝑖</m:t>
                          </m:r>
                          <m:r>
                            <a:rPr lang="en-US" sz="2400" b="0" i="1" smtClean="0">
                              <a:latin typeface="Cambria Math" panose="02040503050406030204" pitchFamily="18" charset="0"/>
                            </a:rPr>
                            <m:t>)</m:t>
                          </m:r>
                        </m:e>
                      </m:nary>
                    </m:oMath>
                  </m:oMathPara>
                </a14:m>
                <a:endParaRPr lang="en-US" sz="2400" b="0" dirty="0"/>
              </a:p>
            </p:txBody>
          </p:sp>
        </mc:Choice>
        <mc:Fallback>
          <p:sp>
            <p:nvSpPr>
              <p:cNvPr id="5" name="TextBox 4">
                <a:extLst>
                  <a:ext uri="{FF2B5EF4-FFF2-40B4-BE49-F238E27FC236}">
                    <a16:creationId xmlns:a16="http://schemas.microsoft.com/office/drawing/2014/main" xmlns="" xmlns:a14="http://schemas.microsoft.com/office/drawing/2010/main" id="{78A50692-1EC5-4230-8B8B-3D1EBF46DC67}"/>
                  </a:ext>
                </a:extLst>
              </p:cNvPr>
              <p:cNvSpPr txBox="1">
                <a:spLocks noRot="1" noChangeAspect="1" noMove="1" noResize="1" noEditPoints="1" noAdjustHandles="1" noChangeArrowheads="1" noChangeShapeType="1" noTextEdit="1"/>
              </p:cNvSpPr>
              <p:nvPr/>
            </p:nvSpPr>
            <p:spPr>
              <a:xfrm>
                <a:off x="1981200" y="1752600"/>
                <a:ext cx="3535007" cy="1045927"/>
              </a:xfrm>
              <a:prstGeom prst="rect">
                <a:avLst/>
              </a:prstGeom>
              <a:blipFill>
                <a:blip r:embed="rId3" cstate="print"/>
                <a:stretch>
                  <a:fillRect/>
                </a:stretch>
              </a:blipFill>
            </p:spPr>
            <p:txBody>
              <a:bodyPr/>
              <a:lstStyle/>
              <a:p>
                <a:r>
                  <a:rPr 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xmlns="" id="{3B66D3C3-3E0C-4238-B50B-BFD3F70A5112}"/>
              </a:ext>
            </a:extLst>
          </p:cNvPr>
          <p:cNvSpPr>
            <a:spLocks noGrp="1" noChangeArrowheads="1"/>
          </p:cNvSpPr>
          <p:nvPr>
            <p:ph type="title"/>
          </p:nvPr>
        </p:nvSpPr>
        <p:spPr>
          <a:xfrm>
            <a:off x="228600" y="152400"/>
            <a:ext cx="8610600" cy="533400"/>
          </a:xfrm>
        </p:spPr>
        <p:txBody>
          <a:bodyPr/>
          <a:lstStyle/>
          <a:p>
            <a:pPr>
              <a:defRPr/>
            </a:pPr>
            <a:r>
              <a:rPr lang="en-US" sz="2800">
                <a:cs typeface="+mj-cs"/>
              </a:rPr>
              <a:t>Binary Attributes: Computing GINI Index</a:t>
            </a:r>
          </a:p>
        </p:txBody>
      </p:sp>
      <p:sp>
        <p:nvSpPr>
          <p:cNvPr id="41986" name="Rectangle 3">
            <a:extLst>
              <a:ext uri="{FF2B5EF4-FFF2-40B4-BE49-F238E27FC236}">
                <a16:creationId xmlns:a16="http://schemas.microsoft.com/office/drawing/2014/main" xmlns="" id="{849E6610-6D7D-4F29-8DC3-D61330AC901D}"/>
              </a:ext>
            </a:extLst>
          </p:cNvPr>
          <p:cNvSpPr>
            <a:spLocks noChangeArrowheads="1"/>
          </p:cNvSpPr>
          <p:nvPr/>
        </p:nvSpPr>
        <p:spPr bwMode="auto">
          <a:xfrm>
            <a:off x="304800" y="1143000"/>
            <a:ext cx="8178800" cy="20097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lvl1pPr marL="292100" indent="-2921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800100" indent="-34290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r>
              <a:rPr lang="en-US" altLang="en-US" sz="2400" b="0" dirty="0"/>
              <a:t>Splits into two partitions (child nodes)</a:t>
            </a:r>
          </a:p>
          <a:p>
            <a:r>
              <a:rPr lang="en-US" altLang="en-US" sz="2400" b="0" dirty="0"/>
              <a:t>Effect of Weighing partitions: </a:t>
            </a:r>
          </a:p>
          <a:p>
            <a:pPr lvl="1"/>
            <a:r>
              <a:rPr lang="en-US" altLang="en-US" sz="2400" b="0" dirty="0"/>
              <a:t>Larger and purer partitions are sought</a:t>
            </a:r>
          </a:p>
        </p:txBody>
      </p:sp>
      <p:sp>
        <p:nvSpPr>
          <p:cNvPr id="41987" name="Oval 4">
            <a:extLst>
              <a:ext uri="{FF2B5EF4-FFF2-40B4-BE49-F238E27FC236}">
                <a16:creationId xmlns:a16="http://schemas.microsoft.com/office/drawing/2014/main" xmlns="" id="{F51C8094-CB88-457C-A1ED-FF653053F66E}"/>
              </a:ext>
            </a:extLst>
          </p:cNvPr>
          <p:cNvSpPr>
            <a:spLocks noChangeArrowheads="1"/>
          </p:cNvSpPr>
          <p:nvPr/>
        </p:nvSpPr>
        <p:spPr bwMode="auto">
          <a:xfrm>
            <a:off x="3657600" y="2862263"/>
            <a:ext cx="1009650" cy="454025"/>
          </a:xfrm>
          <a:prstGeom prst="ellipse">
            <a:avLst/>
          </a:prstGeom>
          <a:solidFill>
            <a:srgbClr val="FFFFFF"/>
          </a:solidFill>
          <a:ln w="9525">
            <a:solidFill>
              <a:schemeClr val="tx1"/>
            </a:solidFill>
            <a:round/>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2000" b="0">
                <a:latin typeface="Times New Roman" panose="02020603050405020304" pitchFamily="18" charset="0"/>
              </a:rPr>
              <a:t>B?</a:t>
            </a:r>
            <a:endParaRPr lang="en-US" altLang="en-US" sz="2400" b="0">
              <a:latin typeface="Times New Roman" panose="02020603050405020304" pitchFamily="18" charset="0"/>
            </a:endParaRPr>
          </a:p>
        </p:txBody>
      </p:sp>
      <p:sp>
        <p:nvSpPr>
          <p:cNvPr id="41988" name="Line 5">
            <a:extLst>
              <a:ext uri="{FF2B5EF4-FFF2-40B4-BE49-F238E27FC236}">
                <a16:creationId xmlns:a16="http://schemas.microsoft.com/office/drawing/2014/main" xmlns="" id="{C9DB7CD9-D3E9-4E38-915C-69A909A6445C}"/>
              </a:ext>
            </a:extLst>
          </p:cNvPr>
          <p:cNvSpPr>
            <a:spLocks noChangeShapeType="1"/>
          </p:cNvSpPr>
          <p:nvPr/>
        </p:nvSpPr>
        <p:spPr bwMode="auto">
          <a:xfrm flipH="1">
            <a:off x="3082925" y="3319463"/>
            <a:ext cx="1108075" cy="7254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1989" name="Line 6">
            <a:extLst>
              <a:ext uri="{FF2B5EF4-FFF2-40B4-BE49-F238E27FC236}">
                <a16:creationId xmlns:a16="http://schemas.microsoft.com/office/drawing/2014/main" xmlns="" id="{ABF76B16-1E42-4A1E-91C3-67871D6A52C5}"/>
              </a:ext>
            </a:extLst>
          </p:cNvPr>
          <p:cNvSpPr>
            <a:spLocks noChangeShapeType="1"/>
          </p:cNvSpPr>
          <p:nvPr/>
        </p:nvSpPr>
        <p:spPr bwMode="auto">
          <a:xfrm>
            <a:off x="4191000" y="3319463"/>
            <a:ext cx="1184275" cy="7254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1990" name="Text Box 7">
            <a:extLst>
              <a:ext uri="{FF2B5EF4-FFF2-40B4-BE49-F238E27FC236}">
                <a16:creationId xmlns:a16="http://schemas.microsoft.com/office/drawing/2014/main" xmlns="" id="{E0309594-EF85-4A43-92A2-8B28F47F7D47}"/>
              </a:ext>
            </a:extLst>
          </p:cNvPr>
          <p:cNvSpPr txBox="1">
            <a:spLocks noChangeArrowheads="1"/>
          </p:cNvSpPr>
          <p:nvPr/>
        </p:nvSpPr>
        <p:spPr bwMode="auto">
          <a:xfrm>
            <a:off x="2809875" y="3435350"/>
            <a:ext cx="5397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Yes</a:t>
            </a:r>
          </a:p>
        </p:txBody>
      </p:sp>
      <p:sp>
        <p:nvSpPr>
          <p:cNvPr id="41991" name="Text Box 8">
            <a:extLst>
              <a:ext uri="{FF2B5EF4-FFF2-40B4-BE49-F238E27FC236}">
                <a16:creationId xmlns:a16="http://schemas.microsoft.com/office/drawing/2014/main" xmlns="" id="{2241E175-F45E-4622-B15A-C4A13B1AB5AF}"/>
              </a:ext>
            </a:extLst>
          </p:cNvPr>
          <p:cNvSpPr txBox="1">
            <a:spLocks noChangeArrowheads="1"/>
          </p:cNvSpPr>
          <p:nvPr/>
        </p:nvSpPr>
        <p:spPr bwMode="auto">
          <a:xfrm>
            <a:off x="5299075" y="3435350"/>
            <a:ext cx="4635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a:t>
            </a:r>
          </a:p>
        </p:txBody>
      </p:sp>
      <p:sp>
        <p:nvSpPr>
          <p:cNvPr id="41992" name="Rectangle 9">
            <a:extLst>
              <a:ext uri="{FF2B5EF4-FFF2-40B4-BE49-F238E27FC236}">
                <a16:creationId xmlns:a16="http://schemas.microsoft.com/office/drawing/2014/main" xmlns="" id="{0E521C3C-2767-44A9-AC39-D4B2FF686701}"/>
              </a:ext>
            </a:extLst>
          </p:cNvPr>
          <p:cNvSpPr>
            <a:spLocks noChangeArrowheads="1"/>
          </p:cNvSpPr>
          <p:nvPr/>
        </p:nvSpPr>
        <p:spPr bwMode="auto">
          <a:xfrm>
            <a:off x="2667000" y="4044950"/>
            <a:ext cx="936625" cy="341313"/>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N1</a:t>
            </a:r>
          </a:p>
        </p:txBody>
      </p:sp>
      <p:sp>
        <p:nvSpPr>
          <p:cNvPr id="41993" name="Rectangle 10">
            <a:extLst>
              <a:ext uri="{FF2B5EF4-FFF2-40B4-BE49-F238E27FC236}">
                <a16:creationId xmlns:a16="http://schemas.microsoft.com/office/drawing/2014/main" xmlns="" id="{3AC3220A-6957-4652-BEBE-EC133C184FEB}"/>
              </a:ext>
            </a:extLst>
          </p:cNvPr>
          <p:cNvSpPr>
            <a:spLocks noChangeArrowheads="1"/>
          </p:cNvSpPr>
          <p:nvPr/>
        </p:nvSpPr>
        <p:spPr bwMode="auto">
          <a:xfrm>
            <a:off x="4854575" y="4044950"/>
            <a:ext cx="936625" cy="341313"/>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N2</a:t>
            </a:r>
          </a:p>
        </p:txBody>
      </p:sp>
      <p:graphicFrame>
        <p:nvGraphicFramePr>
          <p:cNvPr id="41994" name="Object 11">
            <a:extLst>
              <a:ext uri="{FF2B5EF4-FFF2-40B4-BE49-F238E27FC236}">
                <a16:creationId xmlns:a16="http://schemas.microsoft.com/office/drawing/2014/main" xmlns="" id="{1EB89425-ECB7-4EFB-8642-8035770B1331}"/>
              </a:ext>
            </a:extLst>
          </p:cNvPr>
          <p:cNvGraphicFramePr>
            <a:graphicFrameLocks noChangeAspect="1"/>
          </p:cNvGraphicFramePr>
          <p:nvPr/>
        </p:nvGraphicFramePr>
        <p:xfrm>
          <a:off x="6553200" y="2590800"/>
          <a:ext cx="1981200" cy="1905000"/>
        </p:xfrm>
        <a:graphic>
          <a:graphicData uri="http://schemas.openxmlformats.org/presentationml/2006/ole">
            <p:oleObj spid="_x0000_s42146" name="Document" r:id="rId3" imgW="3182095" imgH="3051302" progId="Word.Document.8">
              <p:embed/>
            </p:oleObj>
          </a:graphicData>
        </a:graphic>
      </p:graphicFrame>
      <p:graphicFrame>
        <p:nvGraphicFramePr>
          <p:cNvPr id="41995" name="Object 12">
            <a:extLst>
              <a:ext uri="{FF2B5EF4-FFF2-40B4-BE49-F238E27FC236}">
                <a16:creationId xmlns:a16="http://schemas.microsoft.com/office/drawing/2014/main" xmlns="" id="{9A97F3B4-C759-4C23-BFFA-C3387C40E6BB}"/>
              </a:ext>
            </a:extLst>
          </p:cNvPr>
          <p:cNvGraphicFramePr>
            <a:graphicFrameLocks noChangeAspect="1"/>
          </p:cNvGraphicFramePr>
          <p:nvPr/>
        </p:nvGraphicFramePr>
        <p:xfrm>
          <a:off x="3276600" y="4648200"/>
          <a:ext cx="1905000" cy="1471613"/>
        </p:xfrm>
        <a:graphic>
          <a:graphicData uri="http://schemas.openxmlformats.org/presentationml/2006/ole">
            <p:oleObj spid="_x0000_s42147" name="Document" r:id="rId4" imgW="3265932" imgH="2548128" progId="Word.Document.8">
              <p:embed/>
            </p:oleObj>
          </a:graphicData>
        </a:graphic>
      </p:graphicFrame>
      <p:sp>
        <p:nvSpPr>
          <p:cNvPr id="41996" name="Text Box 13">
            <a:extLst>
              <a:ext uri="{FF2B5EF4-FFF2-40B4-BE49-F238E27FC236}">
                <a16:creationId xmlns:a16="http://schemas.microsoft.com/office/drawing/2014/main" xmlns="" id="{4DEE211F-ECA4-4A85-80AF-C396CD4CA150}"/>
              </a:ext>
            </a:extLst>
          </p:cNvPr>
          <p:cNvSpPr txBox="1">
            <a:spLocks noChangeArrowheads="1"/>
          </p:cNvSpPr>
          <p:nvPr/>
        </p:nvSpPr>
        <p:spPr bwMode="auto">
          <a:xfrm>
            <a:off x="381000" y="4191000"/>
            <a:ext cx="2438400" cy="2073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Gini(N1) </a:t>
            </a:r>
            <a:br>
              <a:rPr lang="en-US" altLang="en-US" sz="2000"/>
            </a:br>
            <a:r>
              <a:rPr lang="en-US" altLang="en-US" sz="2000"/>
              <a:t>= 1 – (5/6)</a:t>
            </a:r>
            <a:r>
              <a:rPr lang="en-US" altLang="en-US" sz="2000" baseline="30000"/>
              <a:t>2 </a:t>
            </a:r>
            <a:r>
              <a:rPr lang="en-US" altLang="en-US" sz="2000"/>
              <a:t>– (1/6)</a:t>
            </a:r>
            <a:r>
              <a:rPr lang="en-US" altLang="en-US" sz="2000" baseline="30000"/>
              <a:t>2</a:t>
            </a:r>
            <a:r>
              <a:rPr lang="en-US" altLang="en-US" sz="2000"/>
              <a:t> </a:t>
            </a:r>
            <a:br>
              <a:rPr lang="en-US" altLang="en-US" sz="2000"/>
            </a:br>
            <a:r>
              <a:rPr lang="en-US" altLang="en-US" sz="2000"/>
              <a:t>= 0.278 </a:t>
            </a:r>
          </a:p>
          <a:p>
            <a:pPr>
              <a:spcBef>
                <a:spcPct val="50000"/>
              </a:spcBef>
              <a:spcAft>
                <a:spcPct val="0"/>
              </a:spcAft>
              <a:buClrTx/>
              <a:buSzTx/>
              <a:buFontTx/>
              <a:buNone/>
            </a:pPr>
            <a:r>
              <a:rPr lang="en-US" altLang="en-US" sz="2000"/>
              <a:t>Gini(N2) </a:t>
            </a:r>
            <a:br>
              <a:rPr lang="en-US" altLang="en-US" sz="2000"/>
            </a:br>
            <a:r>
              <a:rPr lang="en-US" altLang="en-US" sz="2000"/>
              <a:t>= 1 – (2/6)</a:t>
            </a:r>
            <a:r>
              <a:rPr lang="en-US" altLang="en-US" sz="2000" baseline="30000"/>
              <a:t>2 </a:t>
            </a:r>
            <a:r>
              <a:rPr lang="en-US" altLang="en-US" sz="2000"/>
              <a:t>– (4/6)</a:t>
            </a:r>
            <a:r>
              <a:rPr lang="en-US" altLang="en-US" sz="2000" baseline="30000"/>
              <a:t>2</a:t>
            </a:r>
            <a:r>
              <a:rPr lang="en-US" altLang="en-US" sz="2000"/>
              <a:t> </a:t>
            </a:r>
            <a:br>
              <a:rPr lang="en-US" altLang="en-US" sz="2000"/>
            </a:br>
            <a:r>
              <a:rPr lang="en-US" altLang="en-US" sz="2000"/>
              <a:t>= 0.444</a:t>
            </a:r>
          </a:p>
        </p:txBody>
      </p:sp>
      <p:sp>
        <p:nvSpPr>
          <p:cNvPr id="41997" name="Text Box 14">
            <a:extLst>
              <a:ext uri="{FF2B5EF4-FFF2-40B4-BE49-F238E27FC236}">
                <a16:creationId xmlns:a16="http://schemas.microsoft.com/office/drawing/2014/main" xmlns="" id="{F04FB8AB-9129-477B-9FCE-90DA87982F8B}"/>
              </a:ext>
            </a:extLst>
          </p:cNvPr>
          <p:cNvSpPr txBox="1">
            <a:spLocks noChangeArrowheads="1"/>
          </p:cNvSpPr>
          <p:nvPr/>
        </p:nvSpPr>
        <p:spPr bwMode="auto">
          <a:xfrm>
            <a:off x="5791200" y="4695825"/>
            <a:ext cx="3352800"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800"/>
              <a:t>Weighted Gini of N1 N2</a:t>
            </a:r>
            <a:r>
              <a:rPr lang="en-US" altLang="en-US" sz="2000"/>
              <a:t/>
            </a:r>
            <a:br>
              <a:rPr lang="en-US" altLang="en-US" sz="2000"/>
            </a:br>
            <a:r>
              <a:rPr lang="en-US" altLang="en-US" sz="1800"/>
              <a:t>= 6/12 * 0.278 + </a:t>
            </a:r>
            <a:br>
              <a:rPr lang="en-US" altLang="en-US" sz="1800"/>
            </a:br>
            <a:r>
              <a:rPr lang="en-US" altLang="en-US" sz="1800"/>
              <a:t>   6/12 * 0.444</a:t>
            </a:r>
            <a:br>
              <a:rPr lang="en-US" altLang="en-US" sz="1800"/>
            </a:br>
            <a:r>
              <a:rPr lang="en-US" altLang="en-US" sz="1800"/>
              <a:t>= 0.361</a:t>
            </a:r>
          </a:p>
        </p:txBody>
      </p:sp>
      <p:sp>
        <p:nvSpPr>
          <p:cNvPr id="41998" name="TextBox 1">
            <a:extLst>
              <a:ext uri="{FF2B5EF4-FFF2-40B4-BE49-F238E27FC236}">
                <a16:creationId xmlns:a16="http://schemas.microsoft.com/office/drawing/2014/main" xmlns="" id="{1016E80E-2819-40DB-960D-12FE839811CC}"/>
              </a:ext>
            </a:extLst>
          </p:cNvPr>
          <p:cNvSpPr txBox="1">
            <a:spLocks noChangeArrowheads="1"/>
          </p:cNvSpPr>
          <p:nvPr/>
        </p:nvSpPr>
        <p:spPr bwMode="auto">
          <a:xfrm>
            <a:off x="5551488" y="5867400"/>
            <a:ext cx="32115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solidFill>
                  <a:srgbClr val="FF0000"/>
                </a:solidFill>
              </a:rPr>
              <a:t>Gain = 0.486 – 0.361 = 0.125</a:t>
            </a:r>
          </a:p>
        </p:txBody>
      </p:sp>
      <p:sp>
        <p:nvSpPr>
          <p:cNvPr id="2" name="Date Placeholder 1">
            <a:extLst>
              <a:ext uri="{FF2B5EF4-FFF2-40B4-BE49-F238E27FC236}">
                <a16:creationId xmlns:a16="http://schemas.microsoft.com/office/drawing/2014/main" xmlns="" id="{0DAE527C-5809-4F45-B80F-980909BB800A}"/>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F9DDB410-0FF0-4006-B695-FDC7B1C8F39E}"/>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B3A98847-69E2-4C63-8BD6-BC3078F9FAAC}"/>
              </a:ext>
            </a:extLst>
          </p:cNvPr>
          <p:cNvSpPr>
            <a:spLocks noGrp="1"/>
          </p:cNvSpPr>
          <p:nvPr>
            <p:ph type="sldNum" sz="quarter" idx="12"/>
          </p:nvPr>
        </p:nvSpPr>
        <p:spPr/>
        <p:txBody>
          <a:bodyPr/>
          <a:lstStyle/>
          <a:p>
            <a:pPr>
              <a:defRPr/>
            </a:pPr>
            <a:fld id="{3FA5E14C-141B-412E-97C6-45929F0772CF}" type="slidenum">
              <a:rPr lang="en-US"/>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xmlns="" id="{F7D86A48-57D6-4F27-90C2-CCAC90C22EC1}"/>
              </a:ext>
            </a:extLst>
          </p:cNvPr>
          <p:cNvSpPr>
            <a:spLocks noGrp="1" noChangeArrowheads="1"/>
          </p:cNvSpPr>
          <p:nvPr>
            <p:ph type="title"/>
          </p:nvPr>
        </p:nvSpPr>
        <p:spPr>
          <a:xfrm>
            <a:off x="381000" y="152400"/>
            <a:ext cx="8458200" cy="533400"/>
          </a:xfrm>
        </p:spPr>
        <p:txBody>
          <a:bodyPr/>
          <a:lstStyle/>
          <a:p>
            <a:pPr>
              <a:defRPr/>
            </a:pPr>
            <a:r>
              <a:rPr lang="en-US" sz="2800">
                <a:cs typeface="+mj-cs"/>
              </a:rPr>
              <a:t>Categorical Attributes: Computing Gini Index</a:t>
            </a:r>
          </a:p>
        </p:txBody>
      </p:sp>
      <p:sp>
        <p:nvSpPr>
          <p:cNvPr id="36867" name="Rectangle 3">
            <a:extLst>
              <a:ext uri="{FF2B5EF4-FFF2-40B4-BE49-F238E27FC236}">
                <a16:creationId xmlns:a16="http://schemas.microsoft.com/office/drawing/2014/main" xmlns="" id="{F25D8AA2-D44D-44D3-8B67-7BD44F713E08}"/>
              </a:ext>
            </a:extLst>
          </p:cNvPr>
          <p:cNvSpPr>
            <a:spLocks noGrp="1" noChangeArrowheads="1"/>
          </p:cNvSpPr>
          <p:nvPr>
            <p:ph type="body" idx="1"/>
          </p:nvPr>
        </p:nvSpPr>
        <p:spPr/>
        <p:txBody>
          <a:bodyPr/>
          <a:lstStyle/>
          <a:p>
            <a:pPr>
              <a:buFont typeface="Monotype Sorts" charset="0"/>
              <a:buChar char="l"/>
              <a:defRPr/>
            </a:pPr>
            <a:r>
              <a:rPr lang="en-US" sz="2400">
                <a:cs typeface="+mn-cs"/>
              </a:rPr>
              <a:t>For each distinct value, gather counts for each class in the dataset</a:t>
            </a:r>
          </a:p>
          <a:p>
            <a:pPr>
              <a:buFont typeface="Monotype Sorts" charset="0"/>
              <a:buChar char="l"/>
              <a:defRPr/>
            </a:pPr>
            <a:r>
              <a:rPr lang="en-US" sz="2400">
                <a:cs typeface="+mn-cs"/>
              </a:rPr>
              <a:t>Use the count matrix to make decisions</a:t>
            </a:r>
          </a:p>
        </p:txBody>
      </p:sp>
      <p:graphicFrame>
        <p:nvGraphicFramePr>
          <p:cNvPr id="43011" name="Object 4">
            <a:extLst>
              <a:ext uri="{FF2B5EF4-FFF2-40B4-BE49-F238E27FC236}">
                <a16:creationId xmlns:a16="http://schemas.microsoft.com/office/drawing/2014/main" xmlns="" id="{B3D2D975-52F5-405B-BEA7-C3D4AC753F41}"/>
              </a:ext>
            </a:extLst>
          </p:cNvPr>
          <p:cNvGraphicFramePr>
            <a:graphicFrameLocks noChangeAspect="1"/>
          </p:cNvGraphicFramePr>
          <p:nvPr/>
        </p:nvGraphicFramePr>
        <p:xfrm>
          <a:off x="3890963" y="3810000"/>
          <a:ext cx="2570162" cy="1757363"/>
        </p:xfrm>
        <a:graphic>
          <a:graphicData uri="http://schemas.openxmlformats.org/presentationml/2006/ole">
            <p:oleObj spid="_x0000_s43234" name="Document" r:id="rId3" imgW="5857557" imgH="4004015" progId="Word.Document.8">
              <p:embed/>
            </p:oleObj>
          </a:graphicData>
        </a:graphic>
      </p:graphicFrame>
      <p:graphicFrame>
        <p:nvGraphicFramePr>
          <p:cNvPr id="43012" name="Object 5">
            <a:extLst>
              <a:ext uri="{FF2B5EF4-FFF2-40B4-BE49-F238E27FC236}">
                <a16:creationId xmlns:a16="http://schemas.microsoft.com/office/drawing/2014/main" xmlns="" id="{A1470F44-EAB7-460F-AE62-2D26108C264D}"/>
              </a:ext>
            </a:extLst>
          </p:cNvPr>
          <p:cNvGraphicFramePr>
            <a:graphicFrameLocks noChangeAspect="1"/>
          </p:cNvGraphicFramePr>
          <p:nvPr/>
        </p:nvGraphicFramePr>
        <p:xfrm>
          <a:off x="6421438" y="3805238"/>
          <a:ext cx="2570162" cy="1757362"/>
        </p:xfrm>
        <a:graphic>
          <a:graphicData uri="http://schemas.openxmlformats.org/presentationml/2006/ole">
            <p:oleObj spid="_x0000_s43235" name="Document" r:id="rId4" imgW="5857557" imgH="4004015" progId="Word.Document.8">
              <p:embed/>
            </p:oleObj>
          </a:graphicData>
        </a:graphic>
      </p:graphicFrame>
      <p:graphicFrame>
        <p:nvGraphicFramePr>
          <p:cNvPr id="43013" name="Object 6">
            <a:extLst>
              <a:ext uri="{FF2B5EF4-FFF2-40B4-BE49-F238E27FC236}">
                <a16:creationId xmlns:a16="http://schemas.microsoft.com/office/drawing/2014/main" xmlns="" id="{3C433E6E-3953-4FFB-883E-09A65EB37739}"/>
              </a:ext>
            </a:extLst>
          </p:cNvPr>
          <p:cNvGraphicFramePr>
            <a:graphicFrameLocks noChangeAspect="1"/>
          </p:cNvGraphicFramePr>
          <p:nvPr/>
        </p:nvGraphicFramePr>
        <p:xfrm>
          <a:off x="304800" y="3810000"/>
          <a:ext cx="3048000" cy="1570038"/>
        </p:xfrm>
        <a:graphic>
          <a:graphicData uri="http://schemas.openxmlformats.org/presentationml/2006/ole">
            <p:oleObj spid="_x0000_s43236" name="Document" r:id="rId5" imgW="6215424" imgH="3189895" progId="Word.Document.8">
              <p:embed/>
            </p:oleObj>
          </a:graphicData>
        </a:graphic>
      </p:graphicFrame>
      <p:sp>
        <p:nvSpPr>
          <p:cNvPr id="43014" name="Line 7">
            <a:extLst>
              <a:ext uri="{FF2B5EF4-FFF2-40B4-BE49-F238E27FC236}">
                <a16:creationId xmlns:a16="http://schemas.microsoft.com/office/drawing/2014/main" xmlns="" id="{DCD89216-A35E-4F56-99F3-FB714165BC20}"/>
              </a:ext>
            </a:extLst>
          </p:cNvPr>
          <p:cNvSpPr>
            <a:spLocks noChangeShapeType="1"/>
          </p:cNvSpPr>
          <p:nvPr/>
        </p:nvSpPr>
        <p:spPr bwMode="auto">
          <a:xfrm flipH="1">
            <a:off x="3581400" y="2971800"/>
            <a:ext cx="1588" cy="2438400"/>
          </a:xfrm>
          <a:prstGeom prst="line">
            <a:avLst/>
          </a:prstGeom>
          <a:noFill/>
          <a:ln w="38100">
            <a:solidFill>
              <a:schemeClr val="tx2"/>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3015" name="Text Box 8">
            <a:extLst>
              <a:ext uri="{FF2B5EF4-FFF2-40B4-BE49-F238E27FC236}">
                <a16:creationId xmlns:a16="http://schemas.microsoft.com/office/drawing/2014/main" xmlns="" id="{9059DB24-F64E-4FB6-9B9A-C267673A2FC5}"/>
              </a:ext>
            </a:extLst>
          </p:cNvPr>
          <p:cNvSpPr txBox="1">
            <a:spLocks noChangeArrowheads="1"/>
          </p:cNvSpPr>
          <p:nvPr/>
        </p:nvSpPr>
        <p:spPr bwMode="auto">
          <a:xfrm>
            <a:off x="915988" y="2868613"/>
            <a:ext cx="17526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2000" b="0">
                <a:latin typeface="Times New Roman" panose="02020603050405020304" pitchFamily="18" charset="0"/>
              </a:rPr>
              <a:t>Multi-way split</a:t>
            </a:r>
          </a:p>
        </p:txBody>
      </p:sp>
      <p:sp>
        <p:nvSpPr>
          <p:cNvPr id="43016" name="Text Box 9">
            <a:extLst>
              <a:ext uri="{FF2B5EF4-FFF2-40B4-BE49-F238E27FC236}">
                <a16:creationId xmlns:a16="http://schemas.microsoft.com/office/drawing/2014/main" xmlns="" id="{E5591F98-CEC8-49E7-8F52-1692A2633009}"/>
              </a:ext>
            </a:extLst>
          </p:cNvPr>
          <p:cNvSpPr txBox="1">
            <a:spLocks noChangeArrowheads="1"/>
          </p:cNvSpPr>
          <p:nvPr/>
        </p:nvSpPr>
        <p:spPr bwMode="auto">
          <a:xfrm>
            <a:off x="4719638" y="2868613"/>
            <a:ext cx="3138487"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2000" b="0">
                <a:latin typeface="Times New Roman" panose="02020603050405020304" pitchFamily="18" charset="0"/>
              </a:rPr>
              <a:t>Two-way split </a:t>
            </a:r>
          </a:p>
          <a:p>
            <a:pPr algn="ctr">
              <a:spcBef>
                <a:spcPct val="0"/>
              </a:spcBef>
              <a:spcAft>
                <a:spcPct val="0"/>
              </a:spcAft>
              <a:buClrTx/>
              <a:buSzTx/>
              <a:buFontTx/>
              <a:buNone/>
            </a:pPr>
            <a:r>
              <a:rPr lang="en-US" altLang="en-US" sz="2000" b="0">
                <a:latin typeface="Times New Roman" panose="02020603050405020304" pitchFamily="18" charset="0"/>
              </a:rPr>
              <a:t>(find best partition of values)</a:t>
            </a:r>
          </a:p>
        </p:txBody>
      </p:sp>
      <p:sp>
        <p:nvSpPr>
          <p:cNvPr id="2" name="TextBox 1">
            <a:extLst>
              <a:ext uri="{FF2B5EF4-FFF2-40B4-BE49-F238E27FC236}">
                <a16:creationId xmlns:a16="http://schemas.microsoft.com/office/drawing/2014/main" xmlns="" id="{70E4AC35-59B7-439C-8140-8D47A6D29C7E}"/>
              </a:ext>
            </a:extLst>
          </p:cNvPr>
          <p:cNvSpPr txBox="1">
            <a:spLocks noChangeArrowheads="1"/>
          </p:cNvSpPr>
          <p:nvPr/>
        </p:nvSpPr>
        <p:spPr bwMode="auto">
          <a:xfrm>
            <a:off x="2514600" y="5726113"/>
            <a:ext cx="31734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solidFill>
                  <a:srgbClr val="00B050"/>
                </a:solidFill>
              </a:rPr>
              <a:t>Which of these is the best?</a:t>
            </a:r>
          </a:p>
        </p:txBody>
      </p:sp>
      <p:sp>
        <p:nvSpPr>
          <p:cNvPr id="3" name="Date Placeholder 2">
            <a:extLst>
              <a:ext uri="{FF2B5EF4-FFF2-40B4-BE49-F238E27FC236}">
                <a16:creationId xmlns:a16="http://schemas.microsoft.com/office/drawing/2014/main" xmlns="" id="{6EEC730F-DEE4-4F3F-BE43-8CEB3E281034}"/>
              </a:ext>
            </a:extLst>
          </p:cNvPr>
          <p:cNvSpPr>
            <a:spLocks noGrp="1"/>
          </p:cNvSpPr>
          <p:nvPr>
            <p:ph type="dt" sz="quarter" idx="10"/>
          </p:nvPr>
        </p:nvSpPr>
        <p:spPr/>
        <p:txBody>
          <a:body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FCF583A6-A1D0-493D-B903-52CBF1B6C336}"/>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5" name="Slide Number Placeholder 4">
            <a:extLst>
              <a:ext uri="{FF2B5EF4-FFF2-40B4-BE49-F238E27FC236}">
                <a16:creationId xmlns:a16="http://schemas.microsoft.com/office/drawing/2014/main" xmlns="" id="{1EE55FBF-B186-492F-AE6D-4EB10F27B3F3}"/>
              </a:ext>
            </a:extLst>
          </p:cNvPr>
          <p:cNvSpPr>
            <a:spLocks noGrp="1"/>
          </p:cNvSpPr>
          <p:nvPr>
            <p:ph type="sldNum" sz="quarter" idx="12"/>
          </p:nvPr>
        </p:nvSpPr>
        <p:spPr/>
        <p:txBody>
          <a:bodyPr/>
          <a:lstStyle/>
          <a:p>
            <a:pPr>
              <a:defRPr/>
            </a:pPr>
            <a:fld id="{650186DF-3DCE-4318-8030-356931D4FA47}" type="slidenum">
              <a:rPr lang="en-US"/>
              <a:pPr>
                <a:defRPr/>
              </a:pPr>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xmlns="" id="{1BE7B1A8-A0E2-402C-A351-625C1ED624F1}"/>
              </a:ext>
            </a:extLst>
          </p:cNvPr>
          <p:cNvSpPr>
            <a:spLocks noGrp="1" noChangeArrowheads="1"/>
          </p:cNvSpPr>
          <p:nvPr>
            <p:ph type="title"/>
          </p:nvPr>
        </p:nvSpPr>
        <p:spPr/>
        <p:txBody>
          <a:bodyPr/>
          <a:lstStyle/>
          <a:p>
            <a:pPr>
              <a:defRPr/>
            </a:pPr>
            <a:r>
              <a:rPr lang="en-US" sz="2800">
                <a:cs typeface="+mj-cs"/>
              </a:rPr>
              <a:t>Continuous Attributes: Computing Gini Index</a:t>
            </a:r>
          </a:p>
        </p:txBody>
      </p:sp>
      <p:sp>
        <p:nvSpPr>
          <p:cNvPr id="37891" name="Rectangle 5">
            <a:extLst>
              <a:ext uri="{FF2B5EF4-FFF2-40B4-BE49-F238E27FC236}">
                <a16:creationId xmlns:a16="http://schemas.microsoft.com/office/drawing/2014/main" xmlns="" id="{21FB1561-9BA1-4015-A1DF-73E892C3E1A3}"/>
              </a:ext>
            </a:extLst>
          </p:cNvPr>
          <p:cNvSpPr>
            <a:spLocks noGrp="1" noChangeArrowheads="1"/>
          </p:cNvSpPr>
          <p:nvPr>
            <p:ph type="body" sz="half" idx="1"/>
          </p:nvPr>
        </p:nvSpPr>
        <p:spPr>
          <a:xfrm>
            <a:off x="411163" y="1143000"/>
            <a:ext cx="4999037" cy="5181600"/>
          </a:xfrm>
        </p:spPr>
        <p:txBody>
          <a:bodyPr/>
          <a:lstStyle/>
          <a:p>
            <a:pPr>
              <a:lnSpc>
                <a:spcPct val="90000"/>
              </a:lnSpc>
              <a:buFont typeface="Monotype Sorts" charset="0"/>
              <a:buChar char="l"/>
              <a:defRPr/>
            </a:pPr>
            <a:r>
              <a:rPr lang="en-US" sz="2000" dirty="0">
                <a:cs typeface="+mn-cs"/>
              </a:rPr>
              <a:t>Use Binary Decisions based on one value</a:t>
            </a:r>
          </a:p>
          <a:p>
            <a:pPr>
              <a:lnSpc>
                <a:spcPct val="90000"/>
              </a:lnSpc>
              <a:buFont typeface="Monotype Sorts" charset="0"/>
              <a:buChar char="l"/>
              <a:defRPr/>
            </a:pPr>
            <a:r>
              <a:rPr lang="en-US" sz="2000" dirty="0">
                <a:cs typeface="+mn-cs"/>
              </a:rPr>
              <a:t>Several Choices for the splitting value</a:t>
            </a:r>
          </a:p>
          <a:p>
            <a:pPr lvl="1">
              <a:lnSpc>
                <a:spcPct val="90000"/>
              </a:lnSpc>
              <a:buFont typeface="Arial" charset="0"/>
              <a:buChar char="–"/>
              <a:defRPr/>
            </a:pPr>
            <a:r>
              <a:rPr lang="en-US" sz="2000" dirty="0"/>
              <a:t>Number of possible splitting values </a:t>
            </a:r>
            <a:br>
              <a:rPr lang="en-US" sz="2000" dirty="0"/>
            </a:br>
            <a:r>
              <a:rPr lang="en-US" sz="2000" dirty="0"/>
              <a:t>= Number of distinct values</a:t>
            </a:r>
          </a:p>
          <a:p>
            <a:pPr>
              <a:lnSpc>
                <a:spcPct val="90000"/>
              </a:lnSpc>
              <a:buFont typeface="Monotype Sorts" charset="0"/>
              <a:buChar char="l"/>
              <a:defRPr/>
            </a:pPr>
            <a:r>
              <a:rPr lang="en-US" sz="2000" dirty="0">
                <a:cs typeface="+mn-cs"/>
              </a:rPr>
              <a:t>Each splitting value has a count matrix associated with it</a:t>
            </a:r>
          </a:p>
          <a:p>
            <a:pPr lvl="1">
              <a:lnSpc>
                <a:spcPct val="90000"/>
              </a:lnSpc>
              <a:buFont typeface="Arial" charset="0"/>
              <a:buChar char="–"/>
              <a:defRPr/>
            </a:pPr>
            <a:r>
              <a:rPr lang="en-US" sz="2000" dirty="0"/>
              <a:t>Class counts in each of the partitions, A ≤ v and A </a:t>
            </a:r>
            <a:r>
              <a:rPr lang="en-US" sz="2000" dirty="0">
                <a:sym typeface="Symbol" charset="0"/>
              </a:rPr>
              <a:t>&gt;</a:t>
            </a:r>
            <a:r>
              <a:rPr lang="en-US" sz="2000" dirty="0"/>
              <a:t> v</a:t>
            </a:r>
          </a:p>
          <a:p>
            <a:pPr>
              <a:lnSpc>
                <a:spcPct val="90000"/>
              </a:lnSpc>
              <a:buFont typeface="Monotype Sorts" charset="0"/>
              <a:buChar char="l"/>
              <a:defRPr/>
            </a:pPr>
            <a:r>
              <a:rPr lang="en-US" sz="2000" dirty="0">
                <a:cs typeface="+mn-cs"/>
              </a:rPr>
              <a:t>Simple method to choose best v</a:t>
            </a:r>
          </a:p>
          <a:p>
            <a:pPr lvl="1">
              <a:lnSpc>
                <a:spcPct val="90000"/>
              </a:lnSpc>
              <a:buFont typeface="Arial" charset="0"/>
              <a:buChar char="–"/>
              <a:defRPr/>
            </a:pPr>
            <a:r>
              <a:rPr lang="en-US" sz="2000" dirty="0"/>
              <a:t>For each v, scan the database to gather count matrix and compute its Gini index</a:t>
            </a:r>
          </a:p>
          <a:p>
            <a:pPr lvl="1">
              <a:lnSpc>
                <a:spcPct val="90000"/>
              </a:lnSpc>
              <a:buFont typeface="Arial" charset="0"/>
              <a:buChar char="–"/>
              <a:defRPr/>
            </a:pPr>
            <a:r>
              <a:rPr lang="en-US" sz="2000" dirty="0"/>
              <a:t>Computationally Inefficient! Repetition of work.</a:t>
            </a:r>
          </a:p>
        </p:txBody>
      </p:sp>
      <p:graphicFrame>
        <p:nvGraphicFramePr>
          <p:cNvPr id="44035" name="Object 6">
            <a:extLst>
              <a:ext uri="{FF2B5EF4-FFF2-40B4-BE49-F238E27FC236}">
                <a16:creationId xmlns:a16="http://schemas.microsoft.com/office/drawing/2014/main" xmlns="" id="{93F0BCF7-30AD-4DA1-B400-93EB09653113}"/>
              </a:ext>
            </a:extLst>
          </p:cNvPr>
          <p:cNvGraphicFramePr>
            <a:graphicFrameLocks noGrp="1" noChangeAspect="1"/>
          </p:cNvGraphicFramePr>
          <p:nvPr>
            <p:ph sz="quarter" idx="2"/>
          </p:nvPr>
        </p:nvGraphicFramePr>
        <p:xfrm>
          <a:off x="5608638" y="1152525"/>
          <a:ext cx="3311525" cy="3371850"/>
        </p:xfrm>
        <a:graphic>
          <a:graphicData uri="http://schemas.openxmlformats.org/presentationml/2006/ole">
            <p:oleObj spid="_x0000_s44138" name="Document" r:id="rId4" imgW="5673211" imgH="5776579" progId="Word.Document.8">
              <p:embed/>
            </p:oleObj>
          </a:graphicData>
        </a:graphic>
      </p:graphicFrame>
      <p:graphicFrame>
        <p:nvGraphicFramePr>
          <p:cNvPr id="2" name="Table 1">
            <a:extLst>
              <a:ext uri="{FF2B5EF4-FFF2-40B4-BE49-F238E27FC236}">
                <a16:creationId xmlns:a16="http://schemas.microsoft.com/office/drawing/2014/main" xmlns="" id="{7DDD9AB6-0A13-4417-AD27-18B84A842D2B}"/>
              </a:ext>
            </a:extLst>
          </p:cNvPr>
          <p:cNvGraphicFramePr>
            <a:graphicFrameLocks noGrp="1"/>
          </p:cNvGraphicFramePr>
          <p:nvPr/>
        </p:nvGraphicFramePr>
        <p:xfrm>
          <a:off x="5181600" y="5097463"/>
          <a:ext cx="2743200" cy="1114425"/>
        </p:xfrm>
        <a:graphic>
          <a:graphicData uri="http://schemas.openxmlformats.org/drawingml/2006/table">
            <a:tbl>
              <a:tblPr/>
              <a:tblGrid>
                <a:gridCol w="1538288">
                  <a:extLst>
                    <a:ext uri="{9D8B030D-6E8A-4147-A177-3AD203B41FA5}">
                      <a16:colId xmlns:a16="http://schemas.microsoft.com/office/drawing/2014/main" xmlns="" val="20000"/>
                    </a:ext>
                  </a:extLst>
                </a:gridCol>
                <a:gridCol w="603250">
                  <a:extLst>
                    <a:ext uri="{9D8B030D-6E8A-4147-A177-3AD203B41FA5}">
                      <a16:colId xmlns:a16="http://schemas.microsoft.com/office/drawing/2014/main" xmlns="" val="20001"/>
                    </a:ext>
                  </a:extLst>
                </a:gridCol>
                <a:gridCol w="601662">
                  <a:extLst>
                    <a:ext uri="{9D8B030D-6E8A-4147-A177-3AD203B41FA5}">
                      <a16:colId xmlns:a16="http://schemas.microsoft.com/office/drawing/2014/main" xmlns="" val="20002"/>
                    </a:ext>
                  </a:extLst>
                </a:gridCol>
              </a:tblGrid>
              <a:tr h="371475">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a typeface="ＭＳ Ｐゴシック" charset="-128"/>
                      </a:endParaRPr>
                    </a:p>
                  </a:txBody>
                  <a:tcPr marT="45733" marB="45733" horzOverflow="overflow">
                    <a:lnL>
                      <a:noFill/>
                    </a:lnL>
                    <a:lnR>
                      <a:noFill/>
                    </a:lnR>
                    <a:lnT>
                      <a:noFill/>
                    </a:lnT>
                    <a:lnB>
                      <a:noFill/>
                    </a:lnB>
                    <a:lnTlToBr>
                      <a:noFill/>
                    </a:lnTlToBr>
                    <a:lnBlToTr>
                      <a:noFill/>
                    </a:lnBlToTr>
                    <a:noFill/>
                  </a:tcPr>
                </a:tc>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 80</a:t>
                      </a:r>
                    </a:p>
                  </a:txBody>
                  <a:tcPr marT="45733" marB="4573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&gt; 80</a:t>
                      </a:r>
                    </a:p>
                  </a:txBody>
                  <a:tcPr marT="45733" marB="4573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71475">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Defaulted Yes</a:t>
                      </a:r>
                    </a:p>
                  </a:txBody>
                  <a:tcPr marT="45733" marB="4573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0</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3</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71475">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Defaulted No</a:t>
                      </a:r>
                    </a:p>
                  </a:txBody>
                  <a:tcPr marT="45733" marB="4573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3</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charset="2"/>
                        <a:defRPr sz="2400">
                          <a:solidFill>
                            <a:schemeClr val="tx1"/>
                          </a:solidFill>
                          <a:latin typeface="Arial" charset="0"/>
                          <a:ea typeface="ＭＳ Ｐゴシック" charset="-128"/>
                        </a:defRPr>
                      </a:lvl1pPr>
                      <a:lvl2pPr marL="742950" indent="-285750">
                        <a:spcBef>
                          <a:spcPct val="10000"/>
                        </a:spcBef>
                        <a:spcAft>
                          <a:spcPts val="400"/>
                        </a:spcAft>
                        <a:buClr>
                          <a:srgbClr val="0C7B9C"/>
                        </a:buClr>
                        <a:buSzPct val="100000"/>
                        <a:buFont typeface="Arial" charset="0"/>
                        <a:defRPr sz="2400">
                          <a:solidFill>
                            <a:schemeClr val="tx1"/>
                          </a:solidFill>
                          <a:latin typeface="Arial" charset="0"/>
                          <a:ea typeface="ＭＳ Ｐゴシック" charset="-128"/>
                        </a:defRPr>
                      </a:lvl2pPr>
                      <a:lvl3pPr marL="1143000" indent="-228600">
                        <a:spcBef>
                          <a:spcPct val="10000"/>
                        </a:spcBef>
                        <a:spcAft>
                          <a:spcPts val="400"/>
                        </a:spcAft>
                        <a:buClr>
                          <a:srgbClr val="0C7B9C"/>
                        </a:buClr>
                        <a:buSzPct val="70000"/>
                        <a:buFont typeface="Wingdings" charset="2"/>
                        <a:defRPr sz="2000">
                          <a:solidFill>
                            <a:schemeClr val="tx1"/>
                          </a:solidFill>
                          <a:latin typeface="Arial" charset="0"/>
                          <a:ea typeface="ＭＳ Ｐゴシック" charset="-128"/>
                        </a:defRPr>
                      </a:lvl3pPr>
                      <a:lvl4pPr marL="1600200" indent="-228600">
                        <a:spcBef>
                          <a:spcPct val="20000"/>
                        </a:spcBef>
                        <a:buSzPct val="100000"/>
                        <a:defRPr>
                          <a:solidFill>
                            <a:schemeClr val="tx1"/>
                          </a:solidFill>
                          <a:latin typeface="Times New Roman" charset="0"/>
                          <a:ea typeface="ＭＳ Ｐゴシック" charset="-128"/>
                        </a:defRPr>
                      </a:lvl4pPr>
                      <a:lvl5pPr marL="2057400" indent="-228600">
                        <a:spcBef>
                          <a:spcPct val="20000"/>
                        </a:spcBef>
                        <a:buSzPct val="100000"/>
                        <a:defRPr>
                          <a:solidFill>
                            <a:schemeClr val="tx1"/>
                          </a:solidFill>
                          <a:latin typeface="Times New Roman" charset="0"/>
                          <a:ea typeface="ＭＳ Ｐゴシック" charset="-128"/>
                        </a:defRPr>
                      </a:lvl5pPr>
                      <a:lvl6pPr marL="2514600" indent="-228600" eaLnBrk="0" fontAlgn="base" hangingPunct="0">
                        <a:spcBef>
                          <a:spcPct val="20000"/>
                        </a:spcBef>
                        <a:spcAft>
                          <a:spcPct val="0"/>
                        </a:spcAft>
                        <a:buSzPct val="100000"/>
                        <a:defRPr>
                          <a:solidFill>
                            <a:schemeClr val="tx1"/>
                          </a:solidFill>
                          <a:latin typeface="Times New Roman" charset="0"/>
                          <a:ea typeface="ＭＳ Ｐゴシック" charset="-128"/>
                        </a:defRPr>
                      </a:lvl6pPr>
                      <a:lvl7pPr marL="2971800" indent="-228600" eaLnBrk="0" fontAlgn="base" hangingPunct="0">
                        <a:spcBef>
                          <a:spcPct val="20000"/>
                        </a:spcBef>
                        <a:spcAft>
                          <a:spcPct val="0"/>
                        </a:spcAft>
                        <a:buSzPct val="100000"/>
                        <a:defRPr>
                          <a:solidFill>
                            <a:schemeClr val="tx1"/>
                          </a:solidFill>
                          <a:latin typeface="Times New Roman" charset="0"/>
                          <a:ea typeface="ＭＳ Ｐゴシック" charset="-128"/>
                        </a:defRPr>
                      </a:lvl7pPr>
                      <a:lvl8pPr marL="3429000" indent="-228600" eaLnBrk="0" fontAlgn="base" hangingPunct="0">
                        <a:spcBef>
                          <a:spcPct val="20000"/>
                        </a:spcBef>
                        <a:spcAft>
                          <a:spcPct val="0"/>
                        </a:spcAft>
                        <a:buSzPct val="100000"/>
                        <a:defRPr>
                          <a:solidFill>
                            <a:schemeClr val="tx1"/>
                          </a:solidFill>
                          <a:latin typeface="Times New Roman" charset="0"/>
                          <a:ea typeface="ＭＳ Ｐゴシック" charset="-128"/>
                        </a:defRPr>
                      </a:lvl8pPr>
                      <a:lvl9pPr marL="3886200" indent="-228600" eaLnBrk="0" fontAlgn="base" hangingPunct="0">
                        <a:spcBef>
                          <a:spcPct val="20000"/>
                        </a:spcBef>
                        <a:spcAft>
                          <a:spcPct val="0"/>
                        </a:spcAft>
                        <a:buSzPct val="100000"/>
                        <a:defRPr>
                          <a:solidFill>
                            <a:schemeClr val="tx1"/>
                          </a:solidFill>
                          <a:latin typeface="Times New Roman"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ea typeface="ＭＳ Ｐゴシック" charset="-128"/>
                        </a:rPr>
                        <a:t>4</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7" name="Oval 6">
            <a:extLst>
              <a:ext uri="{FF2B5EF4-FFF2-40B4-BE49-F238E27FC236}">
                <a16:creationId xmlns:a16="http://schemas.microsoft.com/office/drawing/2014/main" xmlns="" id="{B3733C11-39D7-4387-8275-416A36B10EF0}"/>
              </a:ext>
            </a:extLst>
          </p:cNvPr>
          <p:cNvSpPr>
            <a:spLocks noChangeArrowheads="1"/>
          </p:cNvSpPr>
          <p:nvPr/>
        </p:nvSpPr>
        <p:spPr bwMode="auto">
          <a:xfrm>
            <a:off x="6629400" y="5868988"/>
            <a:ext cx="762000" cy="303212"/>
          </a:xfrm>
          <a:prstGeom prst="ellipse">
            <a:avLst/>
          </a:prstGeom>
          <a:solidFill>
            <a:srgbClr val="FFFF00">
              <a:alpha val="41176"/>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2" name="TextBox 11">
            <a:extLst>
              <a:ext uri="{FF2B5EF4-FFF2-40B4-BE49-F238E27FC236}">
                <a16:creationId xmlns:a16="http://schemas.microsoft.com/office/drawing/2014/main" xmlns="" id="{5A2679E9-4903-40EE-90EF-32767CAFA918}"/>
              </a:ext>
            </a:extLst>
          </p:cNvPr>
          <p:cNvSpPr txBox="1">
            <a:spLocks noChangeArrowheads="1"/>
          </p:cNvSpPr>
          <p:nvPr/>
        </p:nvSpPr>
        <p:spPr bwMode="auto">
          <a:xfrm>
            <a:off x="6553200" y="4495800"/>
            <a:ext cx="17526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400"/>
              <a:t>Annual Income ?</a:t>
            </a:r>
          </a:p>
        </p:txBody>
      </p:sp>
      <p:cxnSp>
        <p:nvCxnSpPr>
          <p:cNvPr id="5" name="Straight Arrow Connector 4">
            <a:extLst>
              <a:ext uri="{FF2B5EF4-FFF2-40B4-BE49-F238E27FC236}">
                <a16:creationId xmlns:a16="http://schemas.microsoft.com/office/drawing/2014/main" xmlns="" id="{5D41A5C6-3D0E-4864-93BD-9CA07EA0D6F8}"/>
              </a:ext>
            </a:extLst>
          </p:cNvPr>
          <p:cNvCxnSpPr>
            <a:cxnSpLocks noChangeShapeType="1"/>
          </p:cNvCxnSpPr>
          <p:nvPr/>
        </p:nvCxnSpPr>
        <p:spPr bwMode="auto">
          <a:xfrm flipH="1">
            <a:off x="7086600" y="4800600"/>
            <a:ext cx="304800" cy="3016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15" name="Straight Arrow Connector 14">
            <a:extLst>
              <a:ext uri="{FF2B5EF4-FFF2-40B4-BE49-F238E27FC236}">
                <a16:creationId xmlns:a16="http://schemas.microsoft.com/office/drawing/2014/main" xmlns="" id="{FE16756A-0D76-4FC5-B51A-8DA9C9178A9D}"/>
              </a:ext>
            </a:extLst>
          </p:cNvPr>
          <p:cNvCxnSpPr>
            <a:cxnSpLocks noChangeShapeType="1"/>
          </p:cNvCxnSpPr>
          <p:nvPr/>
        </p:nvCxnSpPr>
        <p:spPr bwMode="auto">
          <a:xfrm>
            <a:off x="7391400" y="4800600"/>
            <a:ext cx="304800" cy="3016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13" name="Rectangle 12">
            <a:extLst>
              <a:ext uri="{FF2B5EF4-FFF2-40B4-BE49-F238E27FC236}">
                <a16:creationId xmlns:a16="http://schemas.microsoft.com/office/drawing/2014/main" xmlns="" id="{D656BB94-9942-4E31-8473-7B74476D90AF}"/>
              </a:ext>
            </a:extLst>
          </p:cNvPr>
          <p:cNvSpPr>
            <a:spLocks noChangeArrowheads="1"/>
          </p:cNvSpPr>
          <p:nvPr/>
        </p:nvSpPr>
        <p:spPr bwMode="auto">
          <a:xfrm>
            <a:off x="7399338" y="2214563"/>
            <a:ext cx="1104900" cy="203200"/>
          </a:xfrm>
          <a:prstGeom prst="rect">
            <a:avLst/>
          </a:prstGeom>
          <a:solidFill>
            <a:srgbClr val="FFFF00">
              <a:alpha val="45882"/>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19" name="Rectangle 18">
            <a:extLst>
              <a:ext uri="{FF2B5EF4-FFF2-40B4-BE49-F238E27FC236}">
                <a16:creationId xmlns:a16="http://schemas.microsoft.com/office/drawing/2014/main" xmlns="" id="{9B8702BF-672D-420E-8D70-DA1363C6C6B1}"/>
              </a:ext>
            </a:extLst>
          </p:cNvPr>
          <p:cNvSpPr>
            <a:spLocks noChangeArrowheads="1"/>
          </p:cNvSpPr>
          <p:nvPr/>
        </p:nvSpPr>
        <p:spPr bwMode="auto">
          <a:xfrm>
            <a:off x="7402513" y="3048000"/>
            <a:ext cx="1104900" cy="203200"/>
          </a:xfrm>
          <a:prstGeom prst="rect">
            <a:avLst/>
          </a:prstGeom>
          <a:solidFill>
            <a:srgbClr val="FFFF00">
              <a:alpha val="45882"/>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20" name="Rectangle 19">
            <a:extLst>
              <a:ext uri="{FF2B5EF4-FFF2-40B4-BE49-F238E27FC236}">
                <a16:creationId xmlns:a16="http://schemas.microsoft.com/office/drawing/2014/main" xmlns="" id="{9EA8674D-B0EE-4C65-972E-27C244A0F983}"/>
              </a:ext>
            </a:extLst>
          </p:cNvPr>
          <p:cNvSpPr>
            <a:spLocks noChangeArrowheads="1"/>
          </p:cNvSpPr>
          <p:nvPr/>
        </p:nvSpPr>
        <p:spPr bwMode="auto">
          <a:xfrm>
            <a:off x="7429500" y="3894138"/>
            <a:ext cx="1104900" cy="203200"/>
          </a:xfrm>
          <a:prstGeom prst="rect">
            <a:avLst/>
          </a:prstGeom>
          <a:solidFill>
            <a:srgbClr val="FFFF00">
              <a:alpha val="45882"/>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21" name="Oval 20">
            <a:extLst>
              <a:ext uri="{FF2B5EF4-FFF2-40B4-BE49-F238E27FC236}">
                <a16:creationId xmlns:a16="http://schemas.microsoft.com/office/drawing/2014/main" xmlns="" id="{653FAD8C-F2E9-4362-972F-02100278FD6F}"/>
              </a:ext>
            </a:extLst>
          </p:cNvPr>
          <p:cNvSpPr>
            <a:spLocks noChangeArrowheads="1"/>
          </p:cNvSpPr>
          <p:nvPr/>
        </p:nvSpPr>
        <p:spPr bwMode="auto">
          <a:xfrm>
            <a:off x="7239000" y="5502275"/>
            <a:ext cx="762000" cy="303213"/>
          </a:xfrm>
          <a:prstGeom prst="ellipse">
            <a:avLst/>
          </a:prstGeom>
          <a:solidFill>
            <a:schemeClr val="accent2">
              <a:lumMod val="60000"/>
              <a:lumOff val="40000"/>
              <a:alpha val="41000"/>
            </a:schemeClr>
          </a:solidFill>
          <a:ln w="12700">
            <a:solidFill>
              <a:schemeClr val="tx1"/>
            </a:solidFill>
            <a:round/>
            <a:headEnd/>
            <a:tailEnd/>
          </a:ln>
        </p:spPr>
        <p:txBody>
          <a:bodyPr/>
          <a:lstStyle>
            <a:lvl1pPr>
              <a:defRPr sz="1400" b="1">
                <a:solidFill>
                  <a:schemeClr val="tx1"/>
                </a:solidFill>
                <a:latin typeface="Arial" panose="020B0604020202020204" pitchFamily="34" charset="0"/>
                <a:ea typeface="ＭＳ Ｐゴシック" pitchFamily="-84" charset="-128"/>
              </a:defRPr>
            </a:lvl1pPr>
            <a:lvl2pPr marL="742950" indent="-285750">
              <a:defRPr sz="1400" b="1">
                <a:solidFill>
                  <a:schemeClr val="tx1"/>
                </a:solidFill>
                <a:latin typeface="Arial" panose="020B0604020202020204" pitchFamily="34" charset="0"/>
                <a:ea typeface="ＭＳ Ｐゴシック" pitchFamily="-84" charset="-128"/>
              </a:defRPr>
            </a:lvl2pPr>
            <a:lvl3pPr marL="1143000" indent="-228600">
              <a:defRPr sz="1400" b="1">
                <a:solidFill>
                  <a:schemeClr val="tx1"/>
                </a:solidFill>
                <a:latin typeface="Arial" panose="020B0604020202020204" pitchFamily="34" charset="0"/>
                <a:ea typeface="ＭＳ Ｐゴシック" pitchFamily="-84" charset="-128"/>
              </a:defRPr>
            </a:lvl3pPr>
            <a:lvl4pPr marL="1600200" indent="-228600">
              <a:defRPr sz="1400" b="1">
                <a:solidFill>
                  <a:schemeClr val="tx1"/>
                </a:solidFill>
                <a:latin typeface="Arial" panose="020B0604020202020204" pitchFamily="34" charset="0"/>
                <a:ea typeface="ＭＳ Ｐゴシック" pitchFamily="-84" charset="-128"/>
              </a:defRPr>
            </a:lvl4pPr>
            <a:lvl5pPr marL="2057400" indent="-228600">
              <a:defRPr sz="1400" b="1">
                <a:solidFill>
                  <a:schemeClr val="tx1"/>
                </a:solidFill>
                <a:latin typeface="Arial" panose="020B0604020202020204" pitchFamily="34" charset="0"/>
                <a:ea typeface="ＭＳ Ｐゴシック" pitchFamily="-84" charset="-128"/>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ＭＳ Ｐゴシック" pitchFamily="-84" charset="-128"/>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ＭＳ Ｐゴシック" pitchFamily="-84" charset="-128"/>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ＭＳ Ｐゴシック" pitchFamily="-84" charset="-128"/>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ＭＳ Ｐゴシック" pitchFamily="-84" charset="-128"/>
              </a:defRPr>
            </a:lvl9pPr>
          </a:lstStyle>
          <a:p>
            <a:pPr>
              <a:defRPr/>
            </a:pPr>
            <a:endParaRPr lang="en-US" altLang="en-US"/>
          </a:p>
        </p:txBody>
      </p:sp>
      <p:sp>
        <p:nvSpPr>
          <p:cNvPr id="22" name="Rectangle 21">
            <a:extLst>
              <a:ext uri="{FF2B5EF4-FFF2-40B4-BE49-F238E27FC236}">
                <a16:creationId xmlns:a16="http://schemas.microsoft.com/office/drawing/2014/main" xmlns="" id="{A1AFA0B5-9BC6-4D42-A159-BD30C4559CC4}"/>
              </a:ext>
            </a:extLst>
          </p:cNvPr>
          <p:cNvSpPr/>
          <p:nvPr/>
        </p:nvSpPr>
        <p:spPr bwMode="auto">
          <a:xfrm>
            <a:off x="7448550" y="4170363"/>
            <a:ext cx="1104900" cy="203200"/>
          </a:xfrm>
          <a:prstGeom prst="rect">
            <a:avLst/>
          </a:prstGeom>
          <a:solidFill>
            <a:schemeClr val="accent2">
              <a:lumMod val="60000"/>
              <a:lumOff val="40000"/>
              <a:alpha val="46000"/>
            </a:schemeClr>
          </a:solidFill>
          <a:ln w="12700" cap="flat" cmpd="sng" algn="ctr">
            <a:solidFill>
              <a:schemeClr val="tx1"/>
            </a:solid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3" name="Rectangle 22">
            <a:extLst>
              <a:ext uri="{FF2B5EF4-FFF2-40B4-BE49-F238E27FC236}">
                <a16:creationId xmlns:a16="http://schemas.microsoft.com/office/drawing/2014/main" xmlns="" id="{FCDC9519-11BC-40ED-B7BB-AB3C860B090D}"/>
              </a:ext>
            </a:extLst>
          </p:cNvPr>
          <p:cNvSpPr/>
          <p:nvPr/>
        </p:nvSpPr>
        <p:spPr bwMode="auto">
          <a:xfrm>
            <a:off x="7427913" y="3602038"/>
            <a:ext cx="1104900" cy="203200"/>
          </a:xfrm>
          <a:prstGeom prst="rect">
            <a:avLst/>
          </a:prstGeom>
          <a:solidFill>
            <a:schemeClr val="accent2">
              <a:lumMod val="60000"/>
              <a:lumOff val="40000"/>
              <a:alpha val="46000"/>
            </a:schemeClr>
          </a:solidFill>
          <a:ln w="12700" cap="flat" cmpd="sng" algn="ctr">
            <a:solidFill>
              <a:schemeClr val="tx1"/>
            </a:solid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4" name="Rectangle 23">
            <a:extLst>
              <a:ext uri="{FF2B5EF4-FFF2-40B4-BE49-F238E27FC236}">
                <a16:creationId xmlns:a16="http://schemas.microsoft.com/office/drawing/2014/main" xmlns="" id="{1AF14836-9F83-4052-9C61-5777DF3C9FF1}"/>
              </a:ext>
            </a:extLst>
          </p:cNvPr>
          <p:cNvSpPr/>
          <p:nvPr/>
        </p:nvSpPr>
        <p:spPr bwMode="auto">
          <a:xfrm>
            <a:off x="7405688" y="2770188"/>
            <a:ext cx="1104900" cy="203200"/>
          </a:xfrm>
          <a:prstGeom prst="rect">
            <a:avLst/>
          </a:prstGeom>
          <a:solidFill>
            <a:schemeClr val="accent2">
              <a:lumMod val="60000"/>
              <a:lumOff val="40000"/>
              <a:alpha val="46000"/>
            </a:schemeClr>
          </a:solidFill>
          <a:ln w="12700" cap="flat" cmpd="sng" algn="ctr">
            <a:solidFill>
              <a:schemeClr val="tx1"/>
            </a:solid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3" name="Date Placeholder 2">
            <a:extLst>
              <a:ext uri="{FF2B5EF4-FFF2-40B4-BE49-F238E27FC236}">
                <a16:creationId xmlns:a16="http://schemas.microsoft.com/office/drawing/2014/main" xmlns="" id="{F7403FE7-3FDE-4E79-A43F-D262DD59F89F}"/>
              </a:ext>
            </a:extLst>
          </p:cNvPr>
          <p:cNvSpPr>
            <a:spLocks noGrp="1"/>
          </p:cNvSpPr>
          <p:nvPr>
            <p:ph type="dt" sz="quarter" idx="10"/>
          </p:nvPr>
        </p:nvSpPr>
        <p:spPr/>
        <p:txBody>
          <a:body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2145D970-98A1-46BD-B515-7DC31392D726}"/>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6" name="Slide Number Placeholder 5">
            <a:extLst>
              <a:ext uri="{FF2B5EF4-FFF2-40B4-BE49-F238E27FC236}">
                <a16:creationId xmlns:a16="http://schemas.microsoft.com/office/drawing/2014/main" xmlns="" id="{F36FAB02-8844-46A3-9E96-2524A4602D85}"/>
              </a:ext>
            </a:extLst>
          </p:cNvPr>
          <p:cNvSpPr>
            <a:spLocks noGrp="1"/>
          </p:cNvSpPr>
          <p:nvPr>
            <p:ph type="sldNum" sz="quarter" idx="12"/>
          </p:nvPr>
        </p:nvSpPr>
        <p:spPr/>
        <p:txBody>
          <a:bodyPr/>
          <a:lstStyle/>
          <a:p>
            <a:pPr>
              <a:defRPr/>
            </a:pPr>
            <a:fld id="{985550F7-DE17-4B9E-B3E5-C1A623AA0BCE}" type="slidenum">
              <a:rPr lang="en-US"/>
              <a:pPr>
                <a:defRPr/>
              </a:pPr>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13" grpId="0" animBg="1"/>
      <p:bldP spid="19" grpId="0" animBg="1"/>
      <p:bldP spid="20" grpId="0" animBg="1"/>
      <p:bldP spid="21" grpId="0" animBg="1"/>
      <p:bldP spid="22" grpId="0" animBg="1"/>
      <p:bldP spid="23" grpId="0" animBg="1"/>
      <p:bldP spid="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1" name="Object 4">
            <a:extLst>
              <a:ext uri="{FF2B5EF4-FFF2-40B4-BE49-F238E27FC236}">
                <a16:creationId xmlns:a16="http://schemas.microsoft.com/office/drawing/2014/main" xmlns="" id="{69C639D9-0297-4872-849D-4C6DE43D8AE6}"/>
              </a:ext>
            </a:extLst>
          </p:cNvPr>
          <p:cNvGraphicFramePr>
            <a:graphicFrameLocks noChangeAspect="1"/>
          </p:cNvGraphicFramePr>
          <p:nvPr/>
        </p:nvGraphicFramePr>
        <p:xfrm>
          <a:off x="1365250" y="3473450"/>
          <a:ext cx="7893050" cy="2622550"/>
        </p:xfrm>
        <a:graphic>
          <a:graphicData uri="http://schemas.openxmlformats.org/presentationml/2006/ole">
            <p:oleObj spid="_x0000_s46166" name="Document" r:id="rId3" imgW="10607239" imgH="3556645" progId="Word.Document.8">
              <p:embed/>
            </p:oleObj>
          </a:graphicData>
        </a:graphic>
      </p:graphicFrame>
      <p:sp>
        <p:nvSpPr>
          <p:cNvPr id="38916" name="Rectangle 2">
            <a:extLst>
              <a:ext uri="{FF2B5EF4-FFF2-40B4-BE49-F238E27FC236}">
                <a16:creationId xmlns:a16="http://schemas.microsoft.com/office/drawing/2014/main" xmlns="" id="{D026142B-1A58-4FF5-8012-D920DF8B026C}"/>
              </a:ext>
            </a:extLst>
          </p:cNvPr>
          <p:cNvSpPr>
            <a:spLocks noGrp="1" noChangeArrowheads="1"/>
          </p:cNvSpPr>
          <p:nvPr>
            <p:ph type="title"/>
          </p:nvPr>
        </p:nvSpPr>
        <p:spPr>
          <a:xfrm>
            <a:off x="228600" y="152400"/>
            <a:ext cx="8686800" cy="533400"/>
          </a:xfrm>
        </p:spPr>
        <p:txBody>
          <a:bodyPr/>
          <a:lstStyle/>
          <a:p>
            <a:pPr>
              <a:defRPr/>
            </a:pPr>
            <a:r>
              <a:rPr lang="en-US" sz="2800">
                <a:cs typeface="+mj-cs"/>
              </a:rPr>
              <a:t>Continuous Attributes: Computing Gini Index...</a:t>
            </a:r>
          </a:p>
        </p:txBody>
      </p:sp>
      <p:sp>
        <p:nvSpPr>
          <p:cNvPr id="38917" name="Rectangle 3">
            <a:extLst>
              <a:ext uri="{FF2B5EF4-FFF2-40B4-BE49-F238E27FC236}">
                <a16:creationId xmlns:a16="http://schemas.microsoft.com/office/drawing/2014/main" xmlns="" id="{908C4C39-763A-4AFC-AF13-8B31CFA31778}"/>
              </a:ext>
            </a:extLst>
          </p:cNvPr>
          <p:cNvSpPr>
            <a:spLocks noGrp="1" noChangeArrowheads="1"/>
          </p:cNvSpPr>
          <p:nvPr>
            <p:ph type="body" idx="1"/>
          </p:nvPr>
        </p:nvSpPr>
        <p:spPr>
          <a:xfrm>
            <a:off x="381000" y="1219200"/>
            <a:ext cx="8178800" cy="1524000"/>
          </a:xfrm>
        </p:spPr>
        <p:txBody>
          <a:bodyPr/>
          <a:lstStyle/>
          <a:p>
            <a:pPr marL="342900" indent="-342900">
              <a:lnSpc>
                <a:spcPct val="90000"/>
              </a:lnSpc>
              <a:buFont typeface="Monotype Sorts" charset="0"/>
              <a:buChar char="l"/>
              <a:defRPr/>
            </a:pPr>
            <a:r>
              <a:rPr lang="en-US" sz="2000">
                <a:cs typeface="+mn-cs"/>
              </a:rPr>
              <a:t>For efficient computation: for each attribute,</a:t>
            </a:r>
          </a:p>
          <a:p>
            <a:pPr marL="742950" lvl="1" indent="-285750">
              <a:lnSpc>
                <a:spcPct val="90000"/>
              </a:lnSpc>
              <a:buFont typeface="Arial" charset="0"/>
              <a:buChar char="–"/>
              <a:defRPr/>
            </a:pPr>
            <a:r>
              <a:rPr lang="en-US" sz="2000"/>
              <a:t>Sort the attribute on values</a:t>
            </a:r>
          </a:p>
          <a:p>
            <a:pPr marL="742950" lvl="1" indent="-285750">
              <a:lnSpc>
                <a:spcPct val="90000"/>
              </a:lnSpc>
              <a:buFont typeface="Arial" charset="0"/>
              <a:buChar char="–"/>
              <a:defRPr/>
            </a:pPr>
            <a:r>
              <a:rPr lang="en-US" sz="2000"/>
              <a:t>Linearly scan these values, each time updating the count matrix and computing gini index</a:t>
            </a:r>
          </a:p>
          <a:p>
            <a:pPr marL="742950" lvl="1" indent="-285750">
              <a:lnSpc>
                <a:spcPct val="90000"/>
              </a:lnSpc>
              <a:buFont typeface="Arial" charset="0"/>
              <a:buChar char="–"/>
              <a:defRPr/>
            </a:pPr>
            <a:r>
              <a:rPr lang="en-US" sz="2000"/>
              <a:t>Choose the split position that has the least gini index</a:t>
            </a:r>
          </a:p>
        </p:txBody>
      </p:sp>
      <p:sp>
        <p:nvSpPr>
          <p:cNvPr id="46084" name="Line 5">
            <a:extLst>
              <a:ext uri="{FF2B5EF4-FFF2-40B4-BE49-F238E27FC236}">
                <a16:creationId xmlns:a16="http://schemas.microsoft.com/office/drawing/2014/main" xmlns="" id="{74F0F7A6-CA20-46E4-9FA3-9C9073469260}"/>
              </a:ext>
            </a:extLst>
          </p:cNvPr>
          <p:cNvSpPr>
            <a:spLocks noChangeShapeType="1"/>
          </p:cNvSpPr>
          <p:nvPr/>
        </p:nvSpPr>
        <p:spPr bwMode="auto">
          <a:xfrm>
            <a:off x="1676400" y="4146550"/>
            <a:ext cx="304800" cy="1588"/>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46093" name="Line 8">
            <a:extLst>
              <a:ext uri="{FF2B5EF4-FFF2-40B4-BE49-F238E27FC236}">
                <a16:creationId xmlns:a16="http://schemas.microsoft.com/office/drawing/2014/main" xmlns="" id="{31DCD320-99B3-459A-8773-3169ADB2EECA}"/>
              </a:ext>
            </a:extLst>
          </p:cNvPr>
          <p:cNvSpPr>
            <a:spLocks noChangeShapeType="1"/>
          </p:cNvSpPr>
          <p:nvPr/>
        </p:nvSpPr>
        <p:spPr bwMode="auto">
          <a:xfrm>
            <a:off x="1676400" y="-270074"/>
            <a:ext cx="304800" cy="0"/>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46086" name="Text Box 9">
            <a:extLst>
              <a:ext uri="{FF2B5EF4-FFF2-40B4-BE49-F238E27FC236}">
                <a16:creationId xmlns:a16="http://schemas.microsoft.com/office/drawing/2014/main" xmlns="" id="{1C645363-47E7-42B9-AB7F-8A1C01FABD7A}"/>
              </a:ext>
            </a:extLst>
          </p:cNvPr>
          <p:cNvSpPr txBox="1">
            <a:spLocks noChangeArrowheads="1"/>
          </p:cNvSpPr>
          <p:nvPr/>
        </p:nvSpPr>
        <p:spPr bwMode="auto">
          <a:xfrm>
            <a:off x="76200" y="391795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600"/>
              <a:t>Sorted Values</a:t>
            </a:r>
          </a:p>
        </p:txBody>
      </p:sp>
      <p:sp>
        <p:nvSpPr>
          <p:cNvPr id="46087" name="Rectangle 1">
            <a:extLst>
              <a:ext uri="{FF2B5EF4-FFF2-40B4-BE49-F238E27FC236}">
                <a16:creationId xmlns:a16="http://schemas.microsoft.com/office/drawing/2014/main" xmlns="" id="{FBF88ACA-0443-4746-B3A2-42F4D15D3056}"/>
              </a:ext>
            </a:extLst>
          </p:cNvPr>
          <p:cNvSpPr>
            <a:spLocks noChangeArrowheads="1"/>
          </p:cNvSpPr>
          <p:nvPr/>
        </p:nvSpPr>
        <p:spPr bwMode="auto">
          <a:xfrm>
            <a:off x="3810000" y="4800600"/>
            <a:ext cx="609600" cy="838200"/>
          </a:xfrm>
          <a:prstGeom prst="rect">
            <a:avLst/>
          </a:prstGeom>
          <a:solidFill>
            <a:srgbClr val="FFFF00">
              <a:alpha val="52156"/>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3" name="Rectangle 2">
            <a:extLst>
              <a:ext uri="{FF2B5EF4-FFF2-40B4-BE49-F238E27FC236}">
                <a16:creationId xmlns:a16="http://schemas.microsoft.com/office/drawing/2014/main" xmlns="" id="{472C68EE-4BA6-4F83-8A3F-BAC6B4FC7E57}"/>
              </a:ext>
            </a:extLst>
          </p:cNvPr>
          <p:cNvSpPr/>
          <p:nvPr/>
        </p:nvSpPr>
        <p:spPr bwMode="auto">
          <a:xfrm>
            <a:off x="76200" y="4330700"/>
            <a:ext cx="8763000" cy="1841500"/>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 name="Date Placeholder 1">
            <a:extLst>
              <a:ext uri="{FF2B5EF4-FFF2-40B4-BE49-F238E27FC236}">
                <a16:creationId xmlns:a16="http://schemas.microsoft.com/office/drawing/2014/main" xmlns="" id="{35D38612-2564-4265-AE71-6CB3C8E96D29}"/>
              </a:ext>
            </a:extLst>
          </p:cNvPr>
          <p:cNvSpPr>
            <a:spLocks noGrp="1"/>
          </p:cNvSpPr>
          <p:nvPr>
            <p:ph type="dt" sz="quarter" idx="10"/>
          </p:nvPr>
        </p:nvSpPr>
        <p:spPr/>
        <p:txBody>
          <a:body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8135660F-7400-45CC-BCA8-7CE4B9BF3C38}"/>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5" name="Slide Number Placeholder 4">
            <a:extLst>
              <a:ext uri="{FF2B5EF4-FFF2-40B4-BE49-F238E27FC236}">
                <a16:creationId xmlns:a16="http://schemas.microsoft.com/office/drawing/2014/main" xmlns="" id="{C1475FB0-B6B6-431D-8BB6-A69923431CAD}"/>
              </a:ext>
            </a:extLst>
          </p:cNvPr>
          <p:cNvSpPr>
            <a:spLocks noGrp="1"/>
          </p:cNvSpPr>
          <p:nvPr>
            <p:ph type="sldNum" sz="quarter" idx="12"/>
          </p:nvPr>
        </p:nvSpPr>
        <p:spPr/>
        <p:txBody>
          <a:bodyPr/>
          <a:lstStyle/>
          <a:p>
            <a:pPr>
              <a:defRPr/>
            </a:pPr>
            <a:fld id="{5CE75C25-30F7-4D83-8216-643D1301EECA}" type="slidenum">
              <a:rPr lang="en-US"/>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5" name="Object 4">
            <a:extLst>
              <a:ext uri="{FF2B5EF4-FFF2-40B4-BE49-F238E27FC236}">
                <a16:creationId xmlns:a16="http://schemas.microsoft.com/office/drawing/2014/main" xmlns="" id="{BA17193C-0E97-491B-BB5B-F87ABC2E92D3}"/>
              </a:ext>
            </a:extLst>
          </p:cNvPr>
          <p:cNvGraphicFramePr>
            <a:graphicFrameLocks noChangeAspect="1"/>
          </p:cNvGraphicFramePr>
          <p:nvPr>
            <p:extLst>
              <p:ext uri="{D42A27DB-BD31-4B8C-83A1-F6EECF244321}">
                <p14:modId xmlns:p14="http://schemas.microsoft.com/office/powerpoint/2010/main" xmlns="" val="213353693"/>
              </p:ext>
            </p:extLst>
          </p:nvPr>
        </p:nvGraphicFramePr>
        <p:xfrm>
          <a:off x="1365250" y="3473450"/>
          <a:ext cx="7893050" cy="2622550"/>
        </p:xfrm>
        <a:graphic>
          <a:graphicData uri="http://schemas.openxmlformats.org/presentationml/2006/ole">
            <p:oleObj spid="_x0000_s47189" name="Document" r:id="rId3" imgW="10607239" imgH="3556645" progId="Word.Document.8">
              <p:embed/>
            </p:oleObj>
          </a:graphicData>
        </a:graphic>
      </p:graphicFrame>
      <p:sp>
        <p:nvSpPr>
          <p:cNvPr id="38916" name="Rectangle 2">
            <a:extLst>
              <a:ext uri="{FF2B5EF4-FFF2-40B4-BE49-F238E27FC236}">
                <a16:creationId xmlns:a16="http://schemas.microsoft.com/office/drawing/2014/main" xmlns="" id="{ED9188B9-FB8D-4507-B08F-A835779E3B6A}"/>
              </a:ext>
            </a:extLst>
          </p:cNvPr>
          <p:cNvSpPr>
            <a:spLocks noGrp="1" noChangeArrowheads="1"/>
          </p:cNvSpPr>
          <p:nvPr>
            <p:ph type="title"/>
          </p:nvPr>
        </p:nvSpPr>
        <p:spPr>
          <a:xfrm>
            <a:off x="228600" y="152400"/>
            <a:ext cx="8686800" cy="533400"/>
          </a:xfrm>
        </p:spPr>
        <p:txBody>
          <a:bodyPr/>
          <a:lstStyle/>
          <a:p>
            <a:pPr>
              <a:defRPr/>
            </a:pPr>
            <a:r>
              <a:rPr lang="en-US" sz="2800">
                <a:cs typeface="+mj-cs"/>
              </a:rPr>
              <a:t>Continuous Attributes: Computing Gini Index...</a:t>
            </a:r>
          </a:p>
        </p:txBody>
      </p:sp>
      <p:sp>
        <p:nvSpPr>
          <p:cNvPr id="38917" name="Rectangle 3">
            <a:extLst>
              <a:ext uri="{FF2B5EF4-FFF2-40B4-BE49-F238E27FC236}">
                <a16:creationId xmlns:a16="http://schemas.microsoft.com/office/drawing/2014/main" xmlns="" id="{37C5DB5B-E6AB-4EDB-B4FE-3B565FFCA08E}"/>
              </a:ext>
            </a:extLst>
          </p:cNvPr>
          <p:cNvSpPr>
            <a:spLocks noGrp="1" noChangeArrowheads="1"/>
          </p:cNvSpPr>
          <p:nvPr>
            <p:ph type="body" idx="1"/>
          </p:nvPr>
        </p:nvSpPr>
        <p:spPr>
          <a:xfrm>
            <a:off x="381000" y="1219200"/>
            <a:ext cx="8178800" cy="1524000"/>
          </a:xfrm>
        </p:spPr>
        <p:txBody>
          <a:bodyPr/>
          <a:lstStyle/>
          <a:p>
            <a:pPr marL="342900" indent="-342900">
              <a:lnSpc>
                <a:spcPct val="90000"/>
              </a:lnSpc>
              <a:buFont typeface="Monotype Sorts" charset="0"/>
              <a:buChar char="l"/>
              <a:defRPr/>
            </a:pPr>
            <a:r>
              <a:rPr lang="en-US" sz="2000">
                <a:cs typeface="+mn-cs"/>
              </a:rPr>
              <a:t>For efficient computation: for each attribute,</a:t>
            </a:r>
          </a:p>
          <a:p>
            <a:pPr marL="742950" lvl="1" indent="-285750">
              <a:lnSpc>
                <a:spcPct val="90000"/>
              </a:lnSpc>
              <a:buFont typeface="Arial" charset="0"/>
              <a:buChar char="–"/>
              <a:defRPr/>
            </a:pPr>
            <a:r>
              <a:rPr lang="en-US" sz="2000"/>
              <a:t>Sort the attribute on values</a:t>
            </a:r>
          </a:p>
          <a:p>
            <a:pPr marL="742950" lvl="1" indent="-285750">
              <a:lnSpc>
                <a:spcPct val="90000"/>
              </a:lnSpc>
              <a:buFont typeface="Arial" charset="0"/>
              <a:buChar char="–"/>
              <a:defRPr/>
            </a:pPr>
            <a:r>
              <a:rPr lang="en-US" sz="2000"/>
              <a:t>Linearly scan these values, each time updating the count matrix and computing gini index</a:t>
            </a:r>
          </a:p>
          <a:p>
            <a:pPr marL="742950" lvl="1" indent="-285750">
              <a:lnSpc>
                <a:spcPct val="90000"/>
              </a:lnSpc>
              <a:buFont typeface="Arial" charset="0"/>
              <a:buChar char="–"/>
              <a:defRPr/>
            </a:pPr>
            <a:r>
              <a:rPr lang="en-US" sz="2000"/>
              <a:t>Choose the split position that has the least gini index</a:t>
            </a:r>
          </a:p>
        </p:txBody>
      </p:sp>
      <p:sp>
        <p:nvSpPr>
          <p:cNvPr id="47108" name="Line 5">
            <a:extLst>
              <a:ext uri="{FF2B5EF4-FFF2-40B4-BE49-F238E27FC236}">
                <a16:creationId xmlns:a16="http://schemas.microsoft.com/office/drawing/2014/main" xmlns="" id="{757F8EED-B4C1-452F-9DCC-568CD9255730}"/>
              </a:ext>
            </a:extLst>
          </p:cNvPr>
          <p:cNvSpPr>
            <a:spLocks noChangeShapeType="1"/>
          </p:cNvSpPr>
          <p:nvPr/>
        </p:nvSpPr>
        <p:spPr bwMode="auto">
          <a:xfrm>
            <a:off x="1676400" y="4146550"/>
            <a:ext cx="304800" cy="1588"/>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7109" name="Group 6">
            <a:extLst>
              <a:ext uri="{FF2B5EF4-FFF2-40B4-BE49-F238E27FC236}">
                <a16:creationId xmlns:a16="http://schemas.microsoft.com/office/drawing/2014/main" xmlns="" id="{133FA305-5C0D-49E6-B9F8-725684CCA441}"/>
              </a:ext>
            </a:extLst>
          </p:cNvPr>
          <p:cNvGrpSpPr>
            <a:grpSpLocks/>
          </p:cNvGrpSpPr>
          <p:nvPr/>
        </p:nvGrpSpPr>
        <p:grpSpPr bwMode="auto">
          <a:xfrm>
            <a:off x="76200" y="4222750"/>
            <a:ext cx="1905000" cy="336550"/>
            <a:chOff x="144" y="2832"/>
            <a:chExt cx="1200" cy="212"/>
          </a:xfrm>
        </p:grpSpPr>
        <p:sp>
          <p:nvSpPr>
            <p:cNvPr id="47115" name="Text Box 7">
              <a:extLst>
                <a:ext uri="{FF2B5EF4-FFF2-40B4-BE49-F238E27FC236}">
                  <a16:creationId xmlns:a16="http://schemas.microsoft.com/office/drawing/2014/main" xmlns="" id="{B042C220-FE66-4B1F-9E76-64FCA27A59BB}"/>
                </a:ext>
              </a:extLst>
            </p:cNvPr>
            <p:cNvSpPr txBox="1">
              <a:spLocks noChangeArrowheads="1"/>
            </p:cNvSpPr>
            <p:nvPr/>
          </p:nvSpPr>
          <p:spPr bwMode="auto">
            <a:xfrm>
              <a:off x="144" y="2832"/>
              <a:ext cx="1006"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defTabSz="9271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defTabSz="92710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defTabSz="9271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0"/>
                </a:spcAft>
                <a:buClr>
                  <a:schemeClr val="accent2"/>
                </a:buClr>
                <a:buSzTx/>
                <a:buFont typeface="Monotype Sorts" pitchFamily="-84" charset="2"/>
                <a:buNone/>
              </a:pPr>
              <a:r>
                <a:rPr kumimoji="1" lang="en-US" altLang="en-US" sz="1600"/>
                <a:t>Split Positions</a:t>
              </a:r>
            </a:p>
          </p:txBody>
        </p:sp>
        <p:sp>
          <p:nvSpPr>
            <p:cNvPr id="47116" name="Line 8">
              <a:extLst>
                <a:ext uri="{FF2B5EF4-FFF2-40B4-BE49-F238E27FC236}">
                  <a16:creationId xmlns:a16="http://schemas.microsoft.com/office/drawing/2014/main" xmlns="" id="{4AC70A99-1A3D-461C-97CC-6FF96138083C}"/>
                </a:ext>
              </a:extLst>
            </p:cNvPr>
            <p:cNvSpPr>
              <a:spLocks noChangeShapeType="1"/>
            </p:cNvSpPr>
            <p:nvPr/>
          </p:nvSpPr>
          <p:spPr bwMode="auto">
            <a:xfrm>
              <a:off x="1152" y="2976"/>
              <a:ext cx="192" cy="0"/>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47110" name="Text Box 9">
            <a:extLst>
              <a:ext uri="{FF2B5EF4-FFF2-40B4-BE49-F238E27FC236}">
                <a16:creationId xmlns:a16="http://schemas.microsoft.com/office/drawing/2014/main" xmlns="" id="{6AD76383-798D-41F8-8402-73BD039691BD}"/>
              </a:ext>
            </a:extLst>
          </p:cNvPr>
          <p:cNvSpPr txBox="1">
            <a:spLocks noChangeArrowheads="1"/>
          </p:cNvSpPr>
          <p:nvPr/>
        </p:nvSpPr>
        <p:spPr bwMode="auto">
          <a:xfrm>
            <a:off x="76200" y="391795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600"/>
              <a:t>Sorted Values</a:t>
            </a:r>
          </a:p>
        </p:txBody>
      </p:sp>
      <p:sp>
        <p:nvSpPr>
          <p:cNvPr id="3" name="Rectangle 2">
            <a:extLst>
              <a:ext uri="{FF2B5EF4-FFF2-40B4-BE49-F238E27FC236}">
                <a16:creationId xmlns:a16="http://schemas.microsoft.com/office/drawing/2014/main" xmlns="" id="{F97A19D9-F17A-4637-813D-0B6AD2681E5D}"/>
              </a:ext>
            </a:extLst>
          </p:cNvPr>
          <p:cNvSpPr/>
          <p:nvPr/>
        </p:nvSpPr>
        <p:spPr bwMode="auto">
          <a:xfrm>
            <a:off x="88900" y="4821238"/>
            <a:ext cx="8763000" cy="1387475"/>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2" name="Date Placeholder 1">
            <a:extLst>
              <a:ext uri="{FF2B5EF4-FFF2-40B4-BE49-F238E27FC236}">
                <a16:creationId xmlns:a16="http://schemas.microsoft.com/office/drawing/2014/main" xmlns="" id="{9B7024CD-78BD-4597-AA93-14F782BAF70E}"/>
              </a:ext>
            </a:extLst>
          </p:cNvPr>
          <p:cNvSpPr>
            <a:spLocks noGrp="1"/>
          </p:cNvSpPr>
          <p:nvPr>
            <p:ph type="dt" sz="quarter" idx="10"/>
          </p:nvPr>
        </p:nvSpPr>
        <p:spPr/>
        <p:txBody>
          <a:body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8A3050E8-BA7F-4007-91D6-6E05EBEB4A9C}"/>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5" name="Slide Number Placeholder 4">
            <a:extLst>
              <a:ext uri="{FF2B5EF4-FFF2-40B4-BE49-F238E27FC236}">
                <a16:creationId xmlns:a16="http://schemas.microsoft.com/office/drawing/2014/main" xmlns="" id="{69C3FC50-7C46-47F2-A91E-E4B88166E766}"/>
              </a:ext>
            </a:extLst>
          </p:cNvPr>
          <p:cNvSpPr>
            <a:spLocks noGrp="1"/>
          </p:cNvSpPr>
          <p:nvPr>
            <p:ph type="sldNum" sz="quarter" idx="12"/>
          </p:nvPr>
        </p:nvSpPr>
        <p:spPr/>
        <p:txBody>
          <a:bodyPr/>
          <a:lstStyle/>
          <a:p>
            <a:pPr>
              <a:defRPr/>
            </a:pPr>
            <a:fld id="{6831389A-83FD-46DA-A36A-55DF4198D2A2}" type="slidenum">
              <a:rPr lang="en-US"/>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29" name="Object 4">
            <a:extLst>
              <a:ext uri="{FF2B5EF4-FFF2-40B4-BE49-F238E27FC236}">
                <a16:creationId xmlns:a16="http://schemas.microsoft.com/office/drawing/2014/main" xmlns="" id="{84DE6308-6C23-411E-AE50-40EA2955D398}"/>
              </a:ext>
            </a:extLst>
          </p:cNvPr>
          <p:cNvGraphicFramePr>
            <a:graphicFrameLocks noChangeAspect="1"/>
          </p:cNvGraphicFramePr>
          <p:nvPr/>
        </p:nvGraphicFramePr>
        <p:xfrm>
          <a:off x="1365250" y="3473450"/>
          <a:ext cx="7893050" cy="2622550"/>
        </p:xfrm>
        <a:graphic>
          <a:graphicData uri="http://schemas.openxmlformats.org/presentationml/2006/ole">
            <p:oleObj spid="_x0000_s48216" name="Document" r:id="rId3" imgW="10607239" imgH="3556645" progId="Word.Document.8">
              <p:embed/>
            </p:oleObj>
          </a:graphicData>
        </a:graphic>
      </p:graphicFrame>
      <p:sp>
        <p:nvSpPr>
          <p:cNvPr id="38916" name="Rectangle 2">
            <a:extLst>
              <a:ext uri="{FF2B5EF4-FFF2-40B4-BE49-F238E27FC236}">
                <a16:creationId xmlns:a16="http://schemas.microsoft.com/office/drawing/2014/main" xmlns="" id="{6D8647AB-1100-41CE-A357-E4DACAD8DED7}"/>
              </a:ext>
            </a:extLst>
          </p:cNvPr>
          <p:cNvSpPr>
            <a:spLocks noGrp="1" noChangeArrowheads="1"/>
          </p:cNvSpPr>
          <p:nvPr>
            <p:ph type="title"/>
          </p:nvPr>
        </p:nvSpPr>
        <p:spPr>
          <a:xfrm>
            <a:off x="228600" y="152400"/>
            <a:ext cx="8686800" cy="533400"/>
          </a:xfrm>
        </p:spPr>
        <p:txBody>
          <a:bodyPr/>
          <a:lstStyle/>
          <a:p>
            <a:pPr>
              <a:defRPr/>
            </a:pPr>
            <a:r>
              <a:rPr lang="en-US" sz="2800">
                <a:cs typeface="+mj-cs"/>
              </a:rPr>
              <a:t>Continuous Attributes: Computing Gini Index...</a:t>
            </a:r>
          </a:p>
        </p:txBody>
      </p:sp>
      <p:sp>
        <p:nvSpPr>
          <p:cNvPr id="38917" name="Rectangle 3">
            <a:extLst>
              <a:ext uri="{FF2B5EF4-FFF2-40B4-BE49-F238E27FC236}">
                <a16:creationId xmlns:a16="http://schemas.microsoft.com/office/drawing/2014/main" xmlns="" id="{6F051C52-AF9D-4D45-B969-6AB23A63D701}"/>
              </a:ext>
            </a:extLst>
          </p:cNvPr>
          <p:cNvSpPr>
            <a:spLocks noGrp="1" noChangeArrowheads="1"/>
          </p:cNvSpPr>
          <p:nvPr>
            <p:ph type="body" idx="1"/>
          </p:nvPr>
        </p:nvSpPr>
        <p:spPr>
          <a:xfrm>
            <a:off x="381000" y="1219200"/>
            <a:ext cx="8178800" cy="1524000"/>
          </a:xfrm>
        </p:spPr>
        <p:txBody>
          <a:bodyPr/>
          <a:lstStyle/>
          <a:p>
            <a:pPr marL="342900" indent="-342900">
              <a:lnSpc>
                <a:spcPct val="90000"/>
              </a:lnSpc>
              <a:buFont typeface="Monotype Sorts" charset="0"/>
              <a:buChar char="l"/>
              <a:defRPr/>
            </a:pPr>
            <a:r>
              <a:rPr lang="en-US" sz="2000">
                <a:cs typeface="+mn-cs"/>
              </a:rPr>
              <a:t>For efficient computation: for each attribute,</a:t>
            </a:r>
          </a:p>
          <a:p>
            <a:pPr marL="742950" lvl="1" indent="-285750">
              <a:lnSpc>
                <a:spcPct val="90000"/>
              </a:lnSpc>
              <a:buFont typeface="Arial" charset="0"/>
              <a:buChar char="–"/>
              <a:defRPr/>
            </a:pPr>
            <a:r>
              <a:rPr lang="en-US" sz="2000"/>
              <a:t>Sort the attribute on values</a:t>
            </a:r>
          </a:p>
          <a:p>
            <a:pPr marL="742950" lvl="1" indent="-285750">
              <a:lnSpc>
                <a:spcPct val="90000"/>
              </a:lnSpc>
              <a:buFont typeface="Arial" charset="0"/>
              <a:buChar char="–"/>
              <a:defRPr/>
            </a:pPr>
            <a:r>
              <a:rPr lang="en-US" sz="2000"/>
              <a:t>Linearly scan these values, each time updating the count matrix and computing gini index</a:t>
            </a:r>
          </a:p>
          <a:p>
            <a:pPr marL="742950" lvl="1" indent="-285750">
              <a:lnSpc>
                <a:spcPct val="90000"/>
              </a:lnSpc>
              <a:buFont typeface="Arial" charset="0"/>
              <a:buChar char="–"/>
              <a:defRPr/>
            </a:pPr>
            <a:r>
              <a:rPr lang="en-US" sz="2000"/>
              <a:t>Choose the split position that has the least gini index</a:t>
            </a:r>
          </a:p>
        </p:txBody>
      </p:sp>
      <p:sp>
        <p:nvSpPr>
          <p:cNvPr id="48132" name="Line 5">
            <a:extLst>
              <a:ext uri="{FF2B5EF4-FFF2-40B4-BE49-F238E27FC236}">
                <a16:creationId xmlns:a16="http://schemas.microsoft.com/office/drawing/2014/main" xmlns="" id="{6CD1AC30-F24B-4A5C-8519-CB819E9A2BBF}"/>
              </a:ext>
            </a:extLst>
          </p:cNvPr>
          <p:cNvSpPr>
            <a:spLocks noChangeShapeType="1"/>
          </p:cNvSpPr>
          <p:nvPr/>
        </p:nvSpPr>
        <p:spPr bwMode="auto">
          <a:xfrm>
            <a:off x="1676400" y="4146550"/>
            <a:ext cx="304800" cy="1588"/>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8133" name="Group 6">
            <a:extLst>
              <a:ext uri="{FF2B5EF4-FFF2-40B4-BE49-F238E27FC236}">
                <a16:creationId xmlns:a16="http://schemas.microsoft.com/office/drawing/2014/main" xmlns="" id="{C464FC9F-9540-4CF6-9D01-F768C9DCF2BA}"/>
              </a:ext>
            </a:extLst>
          </p:cNvPr>
          <p:cNvGrpSpPr>
            <a:grpSpLocks/>
          </p:cNvGrpSpPr>
          <p:nvPr/>
        </p:nvGrpSpPr>
        <p:grpSpPr bwMode="auto">
          <a:xfrm>
            <a:off x="76200" y="4222750"/>
            <a:ext cx="1905000" cy="336550"/>
            <a:chOff x="144" y="2832"/>
            <a:chExt cx="1200" cy="212"/>
          </a:xfrm>
        </p:grpSpPr>
        <p:sp>
          <p:nvSpPr>
            <p:cNvPr id="48142" name="Text Box 7">
              <a:extLst>
                <a:ext uri="{FF2B5EF4-FFF2-40B4-BE49-F238E27FC236}">
                  <a16:creationId xmlns:a16="http://schemas.microsoft.com/office/drawing/2014/main" xmlns="" id="{3BABE279-00CB-4852-B1B9-2D0327876323}"/>
                </a:ext>
              </a:extLst>
            </p:cNvPr>
            <p:cNvSpPr txBox="1">
              <a:spLocks noChangeArrowheads="1"/>
            </p:cNvSpPr>
            <p:nvPr/>
          </p:nvSpPr>
          <p:spPr bwMode="auto">
            <a:xfrm>
              <a:off x="144" y="2832"/>
              <a:ext cx="1006"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defTabSz="9271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defTabSz="92710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defTabSz="9271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0"/>
                </a:spcAft>
                <a:buClr>
                  <a:schemeClr val="accent2"/>
                </a:buClr>
                <a:buSzTx/>
                <a:buFont typeface="Monotype Sorts" pitchFamily="-84" charset="2"/>
                <a:buNone/>
              </a:pPr>
              <a:r>
                <a:rPr kumimoji="1" lang="en-US" altLang="en-US" sz="1600"/>
                <a:t>Split Positions</a:t>
              </a:r>
            </a:p>
          </p:txBody>
        </p:sp>
        <p:sp>
          <p:nvSpPr>
            <p:cNvPr id="48143" name="Line 8">
              <a:extLst>
                <a:ext uri="{FF2B5EF4-FFF2-40B4-BE49-F238E27FC236}">
                  <a16:creationId xmlns:a16="http://schemas.microsoft.com/office/drawing/2014/main" xmlns="" id="{0B5A6E65-7B98-40B2-B9AD-C2FDABF235AB}"/>
                </a:ext>
              </a:extLst>
            </p:cNvPr>
            <p:cNvSpPr>
              <a:spLocks noChangeShapeType="1"/>
            </p:cNvSpPr>
            <p:nvPr/>
          </p:nvSpPr>
          <p:spPr bwMode="auto">
            <a:xfrm>
              <a:off x="1152" y="2976"/>
              <a:ext cx="192" cy="0"/>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48134" name="Text Box 9">
            <a:extLst>
              <a:ext uri="{FF2B5EF4-FFF2-40B4-BE49-F238E27FC236}">
                <a16:creationId xmlns:a16="http://schemas.microsoft.com/office/drawing/2014/main" xmlns="" id="{C50E5DF1-98E8-4A40-9930-B01B97B158F4}"/>
              </a:ext>
            </a:extLst>
          </p:cNvPr>
          <p:cNvSpPr txBox="1">
            <a:spLocks noChangeArrowheads="1"/>
          </p:cNvSpPr>
          <p:nvPr/>
        </p:nvSpPr>
        <p:spPr bwMode="auto">
          <a:xfrm>
            <a:off x="76200" y="391795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600"/>
              <a:t>Sorted Values</a:t>
            </a:r>
          </a:p>
        </p:txBody>
      </p:sp>
      <p:sp>
        <p:nvSpPr>
          <p:cNvPr id="48135" name="Rectangle 1">
            <a:extLst>
              <a:ext uri="{FF2B5EF4-FFF2-40B4-BE49-F238E27FC236}">
                <a16:creationId xmlns:a16="http://schemas.microsoft.com/office/drawing/2014/main" xmlns="" id="{455EFC76-CA8A-46B3-BB12-96F6058CD958}"/>
              </a:ext>
            </a:extLst>
          </p:cNvPr>
          <p:cNvSpPr>
            <a:spLocks noChangeArrowheads="1"/>
          </p:cNvSpPr>
          <p:nvPr/>
        </p:nvSpPr>
        <p:spPr bwMode="auto">
          <a:xfrm>
            <a:off x="3810000" y="4800600"/>
            <a:ext cx="609600" cy="838200"/>
          </a:xfrm>
          <a:prstGeom prst="rect">
            <a:avLst/>
          </a:prstGeom>
          <a:solidFill>
            <a:srgbClr val="FFFF00">
              <a:alpha val="52156"/>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3" name="Rectangle 2">
            <a:extLst>
              <a:ext uri="{FF2B5EF4-FFF2-40B4-BE49-F238E27FC236}">
                <a16:creationId xmlns:a16="http://schemas.microsoft.com/office/drawing/2014/main" xmlns="" id="{F2C39BC0-BEBD-4D2B-A084-E45DD0EDBE30}"/>
              </a:ext>
            </a:extLst>
          </p:cNvPr>
          <p:cNvSpPr/>
          <p:nvPr/>
        </p:nvSpPr>
        <p:spPr bwMode="auto">
          <a:xfrm>
            <a:off x="2057400" y="4821238"/>
            <a:ext cx="1752600" cy="1350962"/>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2" name="Rectangle 11">
            <a:extLst>
              <a:ext uri="{FF2B5EF4-FFF2-40B4-BE49-F238E27FC236}">
                <a16:creationId xmlns:a16="http://schemas.microsoft.com/office/drawing/2014/main" xmlns="" id="{31AD929C-1A20-4747-8A7A-8C8324633E4B}"/>
              </a:ext>
            </a:extLst>
          </p:cNvPr>
          <p:cNvSpPr/>
          <p:nvPr/>
        </p:nvSpPr>
        <p:spPr bwMode="auto">
          <a:xfrm>
            <a:off x="4419600" y="4856163"/>
            <a:ext cx="4267200" cy="1349375"/>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cxnSp>
        <p:nvCxnSpPr>
          <p:cNvPr id="48138" name="Straight Arrow Connector 13">
            <a:extLst>
              <a:ext uri="{FF2B5EF4-FFF2-40B4-BE49-F238E27FC236}">
                <a16:creationId xmlns:a16="http://schemas.microsoft.com/office/drawing/2014/main" xmlns="" id="{34C96217-A87E-4279-89D1-6E37A2374EAF}"/>
              </a:ext>
            </a:extLst>
          </p:cNvPr>
          <p:cNvCxnSpPr>
            <a:cxnSpLocks noChangeShapeType="1"/>
          </p:cNvCxnSpPr>
          <p:nvPr/>
        </p:nvCxnSpPr>
        <p:spPr bwMode="auto">
          <a:xfrm>
            <a:off x="4038600" y="3016250"/>
            <a:ext cx="0" cy="457200"/>
          </a:xfrm>
          <a:prstGeom prst="straightConnector1">
            <a:avLst/>
          </a:prstGeom>
          <a:noFill/>
          <a:ln w="12700">
            <a:solidFill>
              <a:schemeClr val="tx1"/>
            </a:solidFill>
            <a:round/>
            <a:headEnd/>
            <a:tailEnd type="arrow" w="med" len="med"/>
          </a:ln>
          <a:extLst>
            <a:ext uri="{909E8E84-426E-40DD-AFC4-6F175D3DCCD1}">
              <a14:hiddenFill xmlns:a14="http://schemas.microsoft.com/office/drawing/2010/main" xmlns="">
                <a:noFill/>
              </a14:hiddenFill>
            </a:ext>
          </a:extLst>
        </p:spPr>
      </p:cxnSp>
      <p:sp>
        <p:nvSpPr>
          <p:cNvPr id="2" name="Date Placeholder 1">
            <a:extLst>
              <a:ext uri="{FF2B5EF4-FFF2-40B4-BE49-F238E27FC236}">
                <a16:creationId xmlns:a16="http://schemas.microsoft.com/office/drawing/2014/main" xmlns="" id="{F02531DF-2A8B-4708-B891-92737D7707F1}"/>
              </a:ext>
            </a:extLst>
          </p:cNvPr>
          <p:cNvSpPr>
            <a:spLocks noGrp="1"/>
          </p:cNvSpPr>
          <p:nvPr>
            <p:ph type="dt" sz="quarter" idx="10"/>
          </p:nvPr>
        </p:nvSpPr>
        <p:spPr/>
        <p:txBody>
          <a:body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3681FCA7-765C-40AB-B596-3259D8E70829}"/>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5" name="Slide Number Placeholder 4">
            <a:extLst>
              <a:ext uri="{FF2B5EF4-FFF2-40B4-BE49-F238E27FC236}">
                <a16:creationId xmlns:a16="http://schemas.microsoft.com/office/drawing/2014/main" xmlns="" id="{399D4504-D115-43F1-8794-484FB8F46561}"/>
              </a:ext>
            </a:extLst>
          </p:cNvPr>
          <p:cNvSpPr>
            <a:spLocks noGrp="1"/>
          </p:cNvSpPr>
          <p:nvPr>
            <p:ph type="sldNum" sz="quarter" idx="12"/>
          </p:nvPr>
        </p:nvSpPr>
        <p:spPr/>
        <p:txBody>
          <a:bodyPr/>
          <a:lstStyle/>
          <a:p>
            <a:pPr>
              <a:defRPr/>
            </a:pPr>
            <a:fld id="{54D98951-D407-43F1-821A-21E573B23752}" type="slidenum">
              <a:rPr lang="en-US"/>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3" name="Object 4">
            <a:extLst>
              <a:ext uri="{FF2B5EF4-FFF2-40B4-BE49-F238E27FC236}">
                <a16:creationId xmlns:a16="http://schemas.microsoft.com/office/drawing/2014/main" xmlns="" id="{05D6A344-EA6E-42B5-A59B-420D3D911770}"/>
              </a:ext>
            </a:extLst>
          </p:cNvPr>
          <p:cNvGraphicFramePr>
            <a:graphicFrameLocks noChangeAspect="1"/>
          </p:cNvGraphicFramePr>
          <p:nvPr/>
        </p:nvGraphicFramePr>
        <p:xfrm>
          <a:off x="1365250" y="3473450"/>
          <a:ext cx="7893050" cy="2622550"/>
        </p:xfrm>
        <a:graphic>
          <a:graphicData uri="http://schemas.openxmlformats.org/presentationml/2006/ole">
            <p:oleObj spid="_x0000_s49241" name="Document" r:id="rId3" imgW="10607239" imgH="3556645" progId="Word.Document.8">
              <p:embed/>
            </p:oleObj>
          </a:graphicData>
        </a:graphic>
      </p:graphicFrame>
      <p:sp>
        <p:nvSpPr>
          <p:cNvPr id="38916" name="Rectangle 2">
            <a:extLst>
              <a:ext uri="{FF2B5EF4-FFF2-40B4-BE49-F238E27FC236}">
                <a16:creationId xmlns:a16="http://schemas.microsoft.com/office/drawing/2014/main" xmlns="" id="{A868C089-CF76-474A-BCBF-DCCDF8E58223}"/>
              </a:ext>
            </a:extLst>
          </p:cNvPr>
          <p:cNvSpPr>
            <a:spLocks noGrp="1" noChangeArrowheads="1"/>
          </p:cNvSpPr>
          <p:nvPr>
            <p:ph type="title"/>
          </p:nvPr>
        </p:nvSpPr>
        <p:spPr>
          <a:xfrm>
            <a:off x="228600" y="152400"/>
            <a:ext cx="8686800" cy="533400"/>
          </a:xfrm>
        </p:spPr>
        <p:txBody>
          <a:bodyPr/>
          <a:lstStyle/>
          <a:p>
            <a:pPr>
              <a:defRPr/>
            </a:pPr>
            <a:r>
              <a:rPr lang="en-US" sz="2800">
                <a:cs typeface="+mj-cs"/>
              </a:rPr>
              <a:t>Continuous Attributes: Computing Gini Index...</a:t>
            </a:r>
          </a:p>
        </p:txBody>
      </p:sp>
      <p:sp>
        <p:nvSpPr>
          <p:cNvPr id="38917" name="Rectangle 3">
            <a:extLst>
              <a:ext uri="{FF2B5EF4-FFF2-40B4-BE49-F238E27FC236}">
                <a16:creationId xmlns:a16="http://schemas.microsoft.com/office/drawing/2014/main" xmlns="" id="{5BC11248-511C-4177-97BF-0624238299D4}"/>
              </a:ext>
            </a:extLst>
          </p:cNvPr>
          <p:cNvSpPr>
            <a:spLocks noGrp="1" noChangeArrowheads="1"/>
          </p:cNvSpPr>
          <p:nvPr>
            <p:ph type="body" idx="1"/>
          </p:nvPr>
        </p:nvSpPr>
        <p:spPr>
          <a:xfrm>
            <a:off x="381000" y="1219200"/>
            <a:ext cx="8178800" cy="1524000"/>
          </a:xfrm>
        </p:spPr>
        <p:txBody>
          <a:bodyPr/>
          <a:lstStyle/>
          <a:p>
            <a:pPr marL="342900" indent="-342900">
              <a:lnSpc>
                <a:spcPct val="90000"/>
              </a:lnSpc>
              <a:buFont typeface="Monotype Sorts" charset="0"/>
              <a:buChar char="l"/>
              <a:defRPr/>
            </a:pPr>
            <a:r>
              <a:rPr lang="en-US" sz="2000">
                <a:cs typeface="+mn-cs"/>
              </a:rPr>
              <a:t>For efficient computation: for each attribute,</a:t>
            </a:r>
          </a:p>
          <a:p>
            <a:pPr marL="742950" lvl="1" indent="-285750">
              <a:lnSpc>
                <a:spcPct val="90000"/>
              </a:lnSpc>
              <a:buFont typeface="Arial" charset="0"/>
              <a:buChar char="–"/>
              <a:defRPr/>
            </a:pPr>
            <a:r>
              <a:rPr lang="en-US" sz="2000"/>
              <a:t>Sort the attribute on values</a:t>
            </a:r>
          </a:p>
          <a:p>
            <a:pPr marL="742950" lvl="1" indent="-285750">
              <a:lnSpc>
                <a:spcPct val="90000"/>
              </a:lnSpc>
              <a:buFont typeface="Arial" charset="0"/>
              <a:buChar char="–"/>
              <a:defRPr/>
            </a:pPr>
            <a:r>
              <a:rPr lang="en-US" sz="2000"/>
              <a:t>Linearly scan these values, each time updating the count matrix and computing gini index</a:t>
            </a:r>
          </a:p>
          <a:p>
            <a:pPr marL="742950" lvl="1" indent="-285750">
              <a:lnSpc>
                <a:spcPct val="90000"/>
              </a:lnSpc>
              <a:buFont typeface="Arial" charset="0"/>
              <a:buChar char="–"/>
              <a:defRPr/>
            </a:pPr>
            <a:r>
              <a:rPr lang="en-US" sz="2000"/>
              <a:t>Choose the split position that has the least gini index</a:t>
            </a:r>
          </a:p>
        </p:txBody>
      </p:sp>
      <p:sp>
        <p:nvSpPr>
          <p:cNvPr id="49156" name="Line 5">
            <a:extLst>
              <a:ext uri="{FF2B5EF4-FFF2-40B4-BE49-F238E27FC236}">
                <a16:creationId xmlns:a16="http://schemas.microsoft.com/office/drawing/2014/main" xmlns="" id="{C7834F66-BA57-4706-9E5B-0C7DF4A63F4B}"/>
              </a:ext>
            </a:extLst>
          </p:cNvPr>
          <p:cNvSpPr>
            <a:spLocks noChangeShapeType="1"/>
          </p:cNvSpPr>
          <p:nvPr/>
        </p:nvSpPr>
        <p:spPr bwMode="auto">
          <a:xfrm>
            <a:off x="1676400" y="4146550"/>
            <a:ext cx="304800" cy="1588"/>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9157" name="Group 6">
            <a:extLst>
              <a:ext uri="{FF2B5EF4-FFF2-40B4-BE49-F238E27FC236}">
                <a16:creationId xmlns:a16="http://schemas.microsoft.com/office/drawing/2014/main" xmlns="" id="{8B1404C8-26DD-46CA-AD6E-C907C920EA33}"/>
              </a:ext>
            </a:extLst>
          </p:cNvPr>
          <p:cNvGrpSpPr>
            <a:grpSpLocks/>
          </p:cNvGrpSpPr>
          <p:nvPr/>
        </p:nvGrpSpPr>
        <p:grpSpPr bwMode="auto">
          <a:xfrm>
            <a:off x="76200" y="4222750"/>
            <a:ext cx="1905000" cy="336550"/>
            <a:chOff x="144" y="2832"/>
            <a:chExt cx="1200" cy="212"/>
          </a:xfrm>
        </p:grpSpPr>
        <p:sp>
          <p:nvSpPr>
            <p:cNvPr id="49167" name="Text Box 7">
              <a:extLst>
                <a:ext uri="{FF2B5EF4-FFF2-40B4-BE49-F238E27FC236}">
                  <a16:creationId xmlns:a16="http://schemas.microsoft.com/office/drawing/2014/main" xmlns="" id="{59E18D7C-7354-4DE7-9E3A-CC14A1298387}"/>
                </a:ext>
              </a:extLst>
            </p:cNvPr>
            <p:cNvSpPr txBox="1">
              <a:spLocks noChangeArrowheads="1"/>
            </p:cNvSpPr>
            <p:nvPr/>
          </p:nvSpPr>
          <p:spPr bwMode="auto">
            <a:xfrm>
              <a:off x="144" y="2832"/>
              <a:ext cx="1006"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defTabSz="9271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defTabSz="92710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defTabSz="9271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0"/>
                </a:spcAft>
                <a:buClr>
                  <a:schemeClr val="accent2"/>
                </a:buClr>
                <a:buSzTx/>
                <a:buFont typeface="Monotype Sorts" pitchFamily="-84" charset="2"/>
                <a:buNone/>
              </a:pPr>
              <a:r>
                <a:rPr kumimoji="1" lang="en-US" altLang="en-US" sz="1600"/>
                <a:t>Split Positions</a:t>
              </a:r>
            </a:p>
          </p:txBody>
        </p:sp>
        <p:sp>
          <p:nvSpPr>
            <p:cNvPr id="49168" name="Line 8">
              <a:extLst>
                <a:ext uri="{FF2B5EF4-FFF2-40B4-BE49-F238E27FC236}">
                  <a16:creationId xmlns:a16="http://schemas.microsoft.com/office/drawing/2014/main" xmlns="" id="{7D004139-43BA-46F7-9904-E23614054282}"/>
                </a:ext>
              </a:extLst>
            </p:cNvPr>
            <p:cNvSpPr>
              <a:spLocks noChangeShapeType="1"/>
            </p:cNvSpPr>
            <p:nvPr/>
          </p:nvSpPr>
          <p:spPr bwMode="auto">
            <a:xfrm>
              <a:off x="1152" y="2976"/>
              <a:ext cx="192" cy="0"/>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49158" name="Text Box 9">
            <a:extLst>
              <a:ext uri="{FF2B5EF4-FFF2-40B4-BE49-F238E27FC236}">
                <a16:creationId xmlns:a16="http://schemas.microsoft.com/office/drawing/2014/main" xmlns="" id="{B2A3CD4F-A728-4668-90E1-2469ACDE8ED7}"/>
              </a:ext>
            </a:extLst>
          </p:cNvPr>
          <p:cNvSpPr txBox="1">
            <a:spLocks noChangeArrowheads="1"/>
          </p:cNvSpPr>
          <p:nvPr/>
        </p:nvSpPr>
        <p:spPr bwMode="auto">
          <a:xfrm>
            <a:off x="76200" y="391795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600"/>
              <a:t>Sorted Values</a:t>
            </a:r>
          </a:p>
        </p:txBody>
      </p:sp>
      <p:sp>
        <p:nvSpPr>
          <p:cNvPr id="49159" name="Rectangle 1">
            <a:extLst>
              <a:ext uri="{FF2B5EF4-FFF2-40B4-BE49-F238E27FC236}">
                <a16:creationId xmlns:a16="http://schemas.microsoft.com/office/drawing/2014/main" xmlns="" id="{8E3AACD9-5EDA-41E0-937C-18486161CBAD}"/>
              </a:ext>
            </a:extLst>
          </p:cNvPr>
          <p:cNvSpPr>
            <a:spLocks noChangeArrowheads="1"/>
          </p:cNvSpPr>
          <p:nvPr/>
        </p:nvSpPr>
        <p:spPr bwMode="auto">
          <a:xfrm>
            <a:off x="4368800" y="4800600"/>
            <a:ext cx="609600" cy="838200"/>
          </a:xfrm>
          <a:prstGeom prst="rect">
            <a:avLst/>
          </a:prstGeom>
          <a:solidFill>
            <a:srgbClr val="FFFF00">
              <a:alpha val="52156"/>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sp>
        <p:nvSpPr>
          <p:cNvPr id="3" name="Rectangle 2">
            <a:extLst>
              <a:ext uri="{FF2B5EF4-FFF2-40B4-BE49-F238E27FC236}">
                <a16:creationId xmlns:a16="http://schemas.microsoft.com/office/drawing/2014/main" xmlns="" id="{8303F877-E96E-45FC-B794-7C324287A89A}"/>
              </a:ext>
            </a:extLst>
          </p:cNvPr>
          <p:cNvSpPr/>
          <p:nvPr/>
        </p:nvSpPr>
        <p:spPr bwMode="auto">
          <a:xfrm>
            <a:off x="2057400" y="4821238"/>
            <a:ext cx="1739900" cy="1350962"/>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12" name="Rectangle 11">
            <a:extLst>
              <a:ext uri="{FF2B5EF4-FFF2-40B4-BE49-F238E27FC236}">
                <a16:creationId xmlns:a16="http://schemas.microsoft.com/office/drawing/2014/main" xmlns="" id="{C5978912-33C3-4522-9862-0FBDE5299222}"/>
              </a:ext>
            </a:extLst>
          </p:cNvPr>
          <p:cNvSpPr/>
          <p:nvPr/>
        </p:nvSpPr>
        <p:spPr bwMode="auto">
          <a:xfrm>
            <a:off x="4992688" y="4899025"/>
            <a:ext cx="3694112" cy="1349375"/>
          </a:xfrm>
          <a:prstGeom prst="rect">
            <a:avLst/>
          </a:prstGeom>
          <a:solidFill>
            <a:schemeClr val="accent3"/>
          </a:solidFill>
          <a:ln w="12700" cap="flat" cmpd="sng" algn="ctr">
            <a:noFill/>
            <a:prstDash val="solid"/>
            <a:round/>
            <a:headEnd type="none" w="med" len="med"/>
            <a:tailEnd type="none" w="med" len="med"/>
          </a:ln>
          <a:effectLst/>
          <a:extLst>
            <a:ext uri="{AF507438-7753-43e0-B8FC-AC1667EBCBE1}"/>
          </a:extLst>
        </p:spPr>
        <p:txBody>
          <a:bodyPr/>
          <a:lstStyle/>
          <a:p>
            <a:pPr>
              <a:defRPr/>
            </a:pPr>
            <a:endParaRPr lang="en-US">
              <a:latin typeface="Arial" charset="0"/>
              <a:ea typeface="ＭＳ Ｐゴシック" pitchFamily="-84" charset="-128"/>
            </a:endParaRPr>
          </a:p>
        </p:txBody>
      </p:sp>
      <p:sp>
        <p:nvSpPr>
          <p:cNvPr id="49162" name="Oval 12">
            <a:extLst>
              <a:ext uri="{FF2B5EF4-FFF2-40B4-BE49-F238E27FC236}">
                <a16:creationId xmlns:a16="http://schemas.microsoft.com/office/drawing/2014/main" xmlns="" id="{524AC7B4-A92A-4868-856D-41B402A12BE7}"/>
              </a:ext>
            </a:extLst>
          </p:cNvPr>
          <p:cNvSpPr>
            <a:spLocks noChangeArrowheads="1"/>
          </p:cNvSpPr>
          <p:nvPr/>
        </p:nvSpPr>
        <p:spPr bwMode="auto">
          <a:xfrm>
            <a:off x="3911600" y="4038600"/>
            <a:ext cx="762000" cy="303213"/>
          </a:xfrm>
          <a:prstGeom prst="ellipse">
            <a:avLst/>
          </a:prstGeom>
          <a:solidFill>
            <a:srgbClr val="FFFF00">
              <a:alpha val="61176"/>
            </a:srgbClr>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endParaRPr lang="en-US" altLang="en-US" sz="1400"/>
          </a:p>
        </p:txBody>
      </p:sp>
      <p:cxnSp>
        <p:nvCxnSpPr>
          <p:cNvPr id="49163" name="Straight Arrow Connector 14">
            <a:extLst>
              <a:ext uri="{FF2B5EF4-FFF2-40B4-BE49-F238E27FC236}">
                <a16:creationId xmlns:a16="http://schemas.microsoft.com/office/drawing/2014/main" xmlns="" id="{F09443E7-D0EF-4969-A61F-713EB03093F0}"/>
              </a:ext>
            </a:extLst>
          </p:cNvPr>
          <p:cNvCxnSpPr>
            <a:cxnSpLocks noChangeShapeType="1"/>
          </p:cNvCxnSpPr>
          <p:nvPr/>
        </p:nvCxnSpPr>
        <p:spPr bwMode="auto">
          <a:xfrm>
            <a:off x="4648200" y="3016250"/>
            <a:ext cx="0" cy="457200"/>
          </a:xfrm>
          <a:prstGeom prst="straightConnector1">
            <a:avLst/>
          </a:prstGeom>
          <a:noFill/>
          <a:ln w="12700">
            <a:solidFill>
              <a:schemeClr val="tx1"/>
            </a:solidFill>
            <a:round/>
            <a:headEnd/>
            <a:tailEnd type="arrow" w="med" len="med"/>
          </a:ln>
          <a:extLst>
            <a:ext uri="{909E8E84-426E-40DD-AFC4-6F175D3DCCD1}">
              <a14:hiddenFill xmlns:a14="http://schemas.microsoft.com/office/drawing/2010/main" xmlns="">
                <a:noFill/>
              </a14:hiddenFill>
            </a:ext>
          </a:extLst>
        </p:spPr>
      </p:cxnSp>
      <p:sp>
        <p:nvSpPr>
          <p:cNvPr id="2" name="Date Placeholder 1">
            <a:extLst>
              <a:ext uri="{FF2B5EF4-FFF2-40B4-BE49-F238E27FC236}">
                <a16:creationId xmlns:a16="http://schemas.microsoft.com/office/drawing/2014/main" xmlns="" id="{4DB870E9-25E1-40FC-B85B-D2A2772A760D}"/>
              </a:ext>
            </a:extLst>
          </p:cNvPr>
          <p:cNvSpPr>
            <a:spLocks noGrp="1"/>
          </p:cNvSpPr>
          <p:nvPr>
            <p:ph type="dt" sz="quarter" idx="10"/>
          </p:nvPr>
        </p:nvSpPr>
        <p:spPr/>
        <p:txBody>
          <a:bodyPr/>
          <a:lstStyle/>
          <a:p>
            <a:pPr>
              <a:defRPr/>
            </a:pPr>
            <a:r>
              <a:rPr lang="en-US"/>
              <a:t>2/1/2021</a:t>
            </a:r>
            <a:endParaRPr lang="en-US" dirty="0"/>
          </a:p>
        </p:txBody>
      </p:sp>
      <p:sp>
        <p:nvSpPr>
          <p:cNvPr id="4" name="Footer Placeholder 3">
            <a:extLst>
              <a:ext uri="{FF2B5EF4-FFF2-40B4-BE49-F238E27FC236}">
                <a16:creationId xmlns:a16="http://schemas.microsoft.com/office/drawing/2014/main" xmlns="" id="{7555F5BD-9EA6-4190-AE58-E18698CEDF6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5" name="Slide Number Placeholder 4">
            <a:extLst>
              <a:ext uri="{FF2B5EF4-FFF2-40B4-BE49-F238E27FC236}">
                <a16:creationId xmlns:a16="http://schemas.microsoft.com/office/drawing/2014/main" xmlns="" id="{A2E8FD06-F5E0-459E-93E2-58AF50BB9577}"/>
              </a:ext>
            </a:extLst>
          </p:cNvPr>
          <p:cNvSpPr>
            <a:spLocks noGrp="1"/>
          </p:cNvSpPr>
          <p:nvPr>
            <p:ph type="sldNum" sz="quarter" idx="12"/>
          </p:nvPr>
        </p:nvSpPr>
        <p:spPr/>
        <p:txBody>
          <a:bodyPr/>
          <a:lstStyle/>
          <a:p>
            <a:pPr>
              <a:defRPr/>
            </a:pPr>
            <a:fld id="{009B1AAA-9C7F-4D2A-A525-12F7D075D017}" type="slidenum">
              <a:rPr lang="en-US"/>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7" name="Object 4">
            <a:extLst>
              <a:ext uri="{FF2B5EF4-FFF2-40B4-BE49-F238E27FC236}">
                <a16:creationId xmlns:a16="http://schemas.microsoft.com/office/drawing/2014/main" xmlns="" id="{8EED2B0D-5D3E-4A16-9418-A34C3669131A}"/>
              </a:ext>
            </a:extLst>
          </p:cNvPr>
          <p:cNvGraphicFramePr>
            <a:graphicFrameLocks noChangeAspect="1"/>
          </p:cNvGraphicFramePr>
          <p:nvPr/>
        </p:nvGraphicFramePr>
        <p:xfrm>
          <a:off x="1365250" y="3473450"/>
          <a:ext cx="7893050" cy="2622550"/>
        </p:xfrm>
        <a:graphic>
          <a:graphicData uri="http://schemas.openxmlformats.org/presentationml/2006/ole">
            <p:oleObj spid="_x0000_s50259" name="Document" r:id="rId3" imgW="10607239" imgH="3556645" progId="Word.Document.8">
              <p:embed/>
            </p:oleObj>
          </a:graphicData>
        </a:graphic>
      </p:graphicFrame>
      <p:sp>
        <p:nvSpPr>
          <p:cNvPr id="38916" name="Rectangle 2">
            <a:extLst>
              <a:ext uri="{FF2B5EF4-FFF2-40B4-BE49-F238E27FC236}">
                <a16:creationId xmlns:a16="http://schemas.microsoft.com/office/drawing/2014/main" xmlns="" id="{33249CD2-764E-4DF0-8EFB-E091B16D028C}"/>
              </a:ext>
            </a:extLst>
          </p:cNvPr>
          <p:cNvSpPr>
            <a:spLocks noGrp="1" noChangeArrowheads="1"/>
          </p:cNvSpPr>
          <p:nvPr>
            <p:ph type="title"/>
          </p:nvPr>
        </p:nvSpPr>
        <p:spPr>
          <a:xfrm>
            <a:off x="228600" y="152400"/>
            <a:ext cx="8686800" cy="533400"/>
          </a:xfrm>
        </p:spPr>
        <p:txBody>
          <a:bodyPr/>
          <a:lstStyle/>
          <a:p>
            <a:pPr>
              <a:defRPr/>
            </a:pPr>
            <a:r>
              <a:rPr lang="en-US" sz="2800">
                <a:cs typeface="+mj-cs"/>
              </a:rPr>
              <a:t>Continuous Attributes: Computing Gini Index...</a:t>
            </a:r>
          </a:p>
        </p:txBody>
      </p:sp>
      <p:sp>
        <p:nvSpPr>
          <p:cNvPr id="38917" name="Rectangle 3">
            <a:extLst>
              <a:ext uri="{FF2B5EF4-FFF2-40B4-BE49-F238E27FC236}">
                <a16:creationId xmlns:a16="http://schemas.microsoft.com/office/drawing/2014/main" xmlns="" id="{3D9477EE-43E8-4CFF-90E2-FA82E7A623FE}"/>
              </a:ext>
            </a:extLst>
          </p:cNvPr>
          <p:cNvSpPr>
            <a:spLocks noGrp="1" noChangeArrowheads="1"/>
          </p:cNvSpPr>
          <p:nvPr>
            <p:ph type="body" idx="1"/>
          </p:nvPr>
        </p:nvSpPr>
        <p:spPr>
          <a:xfrm>
            <a:off x="381000" y="1219200"/>
            <a:ext cx="8178800" cy="1524000"/>
          </a:xfrm>
        </p:spPr>
        <p:txBody>
          <a:bodyPr/>
          <a:lstStyle/>
          <a:p>
            <a:pPr marL="342900" indent="-342900">
              <a:lnSpc>
                <a:spcPct val="90000"/>
              </a:lnSpc>
              <a:buFont typeface="Monotype Sorts" charset="0"/>
              <a:buChar char="l"/>
              <a:defRPr/>
            </a:pPr>
            <a:r>
              <a:rPr lang="en-US" sz="2000">
                <a:cs typeface="+mn-cs"/>
              </a:rPr>
              <a:t>For efficient computation: for each attribute,</a:t>
            </a:r>
          </a:p>
          <a:p>
            <a:pPr marL="742950" lvl="1" indent="-285750">
              <a:lnSpc>
                <a:spcPct val="90000"/>
              </a:lnSpc>
              <a:buFont typeface="Arial" charset="0"/>
              <a:buChar char="–"/>
              <a:defRPr/>
            </a:pPr>
            <a:r>
              <a:rPr lang="en-US" sz="2000"/>
              <a:t>Sort the attribute on values</a:t>
            </a:r>
          </a:p>
          <a:p>
            <a:pPr marL="742950" lvl="1" indent="-285750">
              <a:lnSpc>
                <a:spcPct val="90000"/>
              </a:lnSpc>
              <a:buFont typeface="Arial" charset="0"/>
              <a:buChar char="–"/>
              <a:defRPr/>
            </a:pPr>
            <a:r>
              <a:rPr lang="en-US" sz="2000"/>
              <a:t>Linearly scan these values, each time updating the count matrix and computing gini index</a:t>
            </a:r>
          </a:p>
          <a:p>
            <a:pPr marL="742950" lvl="1" indent="-285750">
              <a:lnSpc>
                <a:spcPct val="90000"/>
              </a:lnSpc>
              <a:buFont typeface="Arial" charset="0"/>
              <a:buChar char="–"/>
              <a:defRPr/>
            </a:pPr>
            <a:r>
              <a:rPr lang="en-US" sz="2000"/>
              <a:t>Choose the split position that has the least gini index</a:t>
            </a:r>
          </a:p>
        </p:txBody>
      </p:sp>
      <p:sp>
        <p:nvSpPr>
          <p:cNvPr id="50180" name="Line 5">
            <a:extLst>
              <a:ext uri="{FF2B5EF4-FFF2-40B4-BE49-F238E27FC236}">
                <a16:creationId xmlns:a16="http://schemas.microsoft.com/office/drawing/2014/main" xmlns="" id="{806B87B3-3C86-4D60-BFED-7EDB6BAB3EE5}"/>
              </a:ext>
            </a:extLst>
          </p:cNvPr>
          <p:cNvSpPr>
            <a:spLocks noChangeShapeType="1"/>
          </p:cNvSpPr>
          <p:nvPr/>
        </p:nvSpPr>
        <p:spPr bwMode="auto">
          <a:xfrm>
            <a:off x="1676400" y="4146550"/>
            <a:ext cx="304800" cy="1588"/>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50181" name="Group 6">
            <a:extLst>
              <a:ext uri="{FF2B5EF4-FFF2-40B4-BE49-F238E27FC236}">
                <a16:creationId xmlns:a16="http://schemas.microsoft.com/office/drawing/2014/main" xmlns="" id="{150793B5-D1A7-4328-9DA8-189E9FA14519}"/>
              </a:ext>
            </a:extLst>
          </p:cNvPr>
          <p:cNvGrpSpPr>
            <a:grpSpLocks/>
          </p:cNvGrpSpPr>
          <p:nvPr/>
        </p:nvGrpSpPr>
        <p:grpSpPr bwMode="auto">
          <a:xfrm>
            <a:off x="76200" y="4222750"/>
            <a:ext cx="1905000" cy="336550"/>
            <a:chOff x="144" y="2832"/>
            <a:chExt cx="1200" cy="212"/>
          </a:xfrm>
        </p:grpSpPr>
        <p:sp>
          <p:nvSpPr>
            <p:cNvPr id="50186" name="Text Box 7">
              <a:extLst>
                <a:ext uri="{FF2B5EF4-FFF2-40B4-BE49-F238E27FC236}">
                  <a16:creationId xmlns:a16="http://schemas.microsoft.com/office/drawing/2014/main" xmlns="" id="{E5347AE4-7684-404F-A832-5C64A6AEE992}"/>
                </a:ext>
              </a:extLst>
            </p:cNvPr>
            <p:cNvSpPr txBox="1">
              <a:spLocks noChangeArrowheads="1"/>
            </p:cNvSpPr>
            <p:nvPr/>
          </p:nvSpPr>
          <p:spPr bwMode="auto">
            <a:xfrm>
              <a:off x="144" y="2832"/>
              <a:ext cx="1006" cy="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defTabSz="927100">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defTabSz="92710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defTabSz="9271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defTabSz="9271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defTabSz="9271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20000"/>
                </a:spcBef>
                <a:spcAft>
                  <a:spcPct val="0"/>
                </a:spcAft>
                <a:buClr>
                  <a:schemeClr val="accent2"/>
                </a:buClr>
                <a:buSzTx/>
                <a:buFont typeface="Monotype Sorts" pitchFamily="-84" charset="2"/>
                <a:buNone/>
              </a:pPr>
              <a:r>
                <a:rPr kumimoji="1" lang="en-US" altLang="en-US" sz="1600"/>
                <a:t>Split Positions</a:t>
              </a:r>
            </a:p>
          </p:txBody>
        </p:sp>
        <p:sp>
          <p:nvSpPr>
            <p:cNvPr id="50187" name="Line 8">
              <a:extLst>
                <a:ext uri="{FF2B5EF4-FFF2-40B4-BE49-F238E27FC236}">
                  <a16:creationId xmlns:a16="http://schemas.microsoft.com/office/drawing/2014/main" xmlns="" id="{D593CBA5-8B4F-4699-B575-4B51A539CA23}"/>
                </a:ext>
              </a:extLst>
            </p:cNvPr>
            <p:cNvSpPr>
              <a:spLocks noChangeShapeType="1"/>
            </p:cNvSpPr>
            <p:nvPr/>
          </p:nvSpPr>
          <p:spPr bwMode="auto">
            <a:xfrm>
              <a:off x="1152" y="2976"/>
              <a:ext cx="192" cy="0"/>
            </a:xfrm>
            <a:prstGeom prst="line">
              <a:avLst/>
            </a:prstGeom>
            <a:noFill/>
            <a:ln w="9525">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50182" name="Text Box 9">
            <a:extLst>
              <a:ext uri="{FF2B5EF4-FFF2-40B4-BE49-F238E27FC236}">
                <a16:creationId xmlns:a16="http://schemas.microsoft.com/office/drawing/2014/main" xmlns="" id="{C63DAE15-874E-4759-B822-24E0E4FC2C69}"/>
              </a:ext>
            </a:extLst>
          </p:cNvPr>
          <p:cNvSpPr txBox="1">
            <a:spLocks noChangeArrowheads="1"/>
          </p:cNvSpPr>
          <p:nvPr/>
        </p:nvSpPr>
        <p:spPr bwMode="auto">
          <a:xfrm>
            <a:off x="76200" y="3917950"/>
            <a:ext cx="1600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1600"/>
              <a:t>Sorted Values</a:t>
            </a:r>
          </a:p>
        </p:txBody>
      </p:sp>
      <p:sp>
        <p:nvSpPr>
          <p:cNvPr id="2" name="Date Placeholder 1">
            <a:extLst>
              <a:ext uri="{FF2B5EF4-FFF2-40B4-BE49-F238E27FC236}">
                <a16:creationId xmlns:a16="http://schemas.microsoft.com/office/drawing/2014/main" xmlns="" id="{530A49B9-DC36-4F58-B202-6FF0437A6B1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8CD57260-5341-4B0D-B69F-1277B57E8E89}"/>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B60E165-E35D-4E5B-B7AC-B8CBEC8DD79C}"/>
              </a:ext>
            </a:extLst>
          </p:cNvPr>
          <p:cNvSpPr>
            <a:spLocks noGrp="1"/>
          </p:cNvSpPr>
          <p:nvPr>
            <p:ph type="sldNum" sz="quarter" idx="12"/>
          </p:nvPr>
        </p:nvSpPr>
        <p:spPr/>
        <p:txBody>
          <a:bodyPr/>
          <a:lstStyle/>
          <a:p>
            <a:pPr>
              <a:defRPr/>
            </a:pPr>
            <a:fld id="{B1F20258-E45F-4E65-A1C7-7C0B85C920E7}" type="slidenum">
              <a:rPr lang="en-US"/>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xmlns="" id="{4726ED09-ADDF-476D-8780-C37FBA5D1621}"/>
              </a:ext>
            </a:extLst>
          </p:cNvPr>
          <p:cNvSpPr>
            <a:spLocks noGrp="1" noChangeArrowheads="1"/>
          </p:cNvSpPr>
          <p:nvPr>
            <p:ph type="title"/>
          </p:nvPr>
        </p:nvSpPr>
        <p:spPr/>
        <p:txBody>
          <a:bodyPr/>
          <a:lstStyle/>
          <a:p>
            <a:pPr>
              <a:defRPr/>
            </a:pPr>
            <a:r>
              <a:rPr lang="en-US" sz="2800" dirty="0">
                <a:cs typeface="+mj-cs"/>
              </a:rPr>
              <a:t>Measure of Impurity: Entropy</a:t>
            </a:r>
            <a:endParaRPr lang="en-US" dirty="0">
              <a:cs typeface="+mj-cs"/>
            </a:endParaRPr>
          </a:p>
        </p:txBody>
      </p:sp>
      <mc:AlternateContent xmlns:mc="http://schemas.openxmlformats.org/markup-compatibility/2006">
        <mc:Choice xmlns:a14="http://schemas.microsoft.com/office/drawing/2010/main" xmlns="" Requires="a14">
          <p:sp>
            <p:nvSpPr>
              <p:cNvPr id="39939" name="Rectangle 3">
                <a:extLst>
                  <a:ext uri="{FF2B5EF4-FFF2-40B4-BE49-F238E27FC236}">
                    <a16:creationId xmlns:a16="http://schemas.microsoft.com/office/drawing/2014/main" id="{AB2C2B6F-910C-479E-BDA6-BC8AE1D85599}"/>
                  </a:ext>
                </a:extLst>
              </p:cNvPr>
              <p:cNvSpPr>
                <a:spLocks noGrp="1" noChangeArrowheads="1"/>
              </p:cNvSpPr>
              <p:nvPr>
                <p:ph type="body" idx="1"/>
              </p:nvPr>
            </p:nvSpPr>
            <p:spPr>
              <a:xfrm>
                <a:off x="152400" y="1143000"/>
                <a:ext cx="8763000" cy="5181600"/>
              </a:xfrm>
            </p:spPr>
            <p:txBody>
              <a:bodyPr>
                <a:normAutofit lnSpcReduction="10000"/>
              </a:bodyPr>
              <a:lstStyle/>
              <a:p>
                <a:pPr marL="342900" indent="-342900">
                  <a:lnSpc>
                    <a:spcPct val="90000"/>
                  </a:lnSpc>
                  <a:buFont typeface="Monotype Sorts" charset="0"/>
                  <a:buChar char="l"/>
                  <a:defRPr/>
                </a:pPr>
                <a:r>
                  <a:rPr lang="en-US" sz="2400" dirty="0">
                    <a:cs typeface="+mn-cs"/>
                  </a:rPr>
                  <a:t>Entropy at a given node </a:t>
                </a:r>
                <a14:m>
                  <m:oMath xmlns:m="http://schemas.openxmlformats.org/officeDocument/2006/math">
                    <m:r>
                      <a:rPr lang="en-US" sz="2400" i="1">
                        <a:latin typeface="Cambria Math" panose="02040503050406030204" pitchFamily="18" charset="0"/>
                      </a:rPr>
                      <m:t>𝒕</m:t>
                    </m:r>
                    <m:r>
                      <a:rPr lang="en-US" sz="2400" i="1">
                        <a:latin typeface="Cambria Math" panose="02040503050406030204" pitchFamily="18" charset="0"/>
                      </a:rPr>
                      <m:t> </m:t>
                    </m:r>
                  </m:oMath>
                </a14:m>
                <a:endParaRPr lang="en-US" sz="2400" dirty="0">
                  <a:cs typeface="+mn-cs"/>
                </a:endParaRPr>
              </a:p>
              <a:p>
                <a:pPr marL="742950" lvl="1" indent="-285750">
                  <a:lnSpc>
                    <a:spcPct val="90000"/>
                  </a:lnSpc>
                  <a:buFont typeface="Arial" charset="0"/>
                  <a:buChar char="–"/>
                  <a:defRPr/>
                </a:pPr>
                <a:endParaRPr lang="en-US" dirty="0"/>
              </a:p>
              <a:p>
                <a:pPr lvl="4">
                  <a:lnSpc>
                    <a:spcPct val="90000"/>
                  </a:lnSpc>
                  <a:defRPr/>
                </a:pPr>
                <a:endParaRPr lang="en-US" dirty="0">
                  <a:latin typeface="Times New Roman" charset="0"/>
                </a:endParaRPr>
              </a:p>
              <a:p>
                <a:pPr lvl="4">
                  <a:lnSpc>
                    <a:spcPct val="90000"/>
                  </a:lnSpc>
                  <a:defRPr/>
                </a:pPr>
                <a:endParaRPr lang="en-US" dirty="0">
                  <a:latin typeface="Times New Roman" charset="0"/>
                </a:endParaRPr>
              </a:p>
              <a:p>
                <a:pPr marL="342900" indent="-342900">
                  <a:buFont typeface="Monotype Sorts" charset="0"/>
                  <a:buNone/>
                  <a:defRPr/>
                </a:pPr>
                <a:r>
                  <a:rPr lang="en-US" sz="2400" dirty="0"/>
                  <a:t>	</a:t>
                </a:r>
                <a:r>
                  <a:rPr lang="en-US" sz="2000" dirty="0">
                    <a:latin typeface="Cambria Math" panose="02040503050406030204" pitchFamily="18" charset="0"/>
                    <a:ea typeface="Cambria Math" panose="02040503050406030204" pitchFamily="18" charset="0"/>
                  </a:rPr>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𝒑</m:t>
                        </m:r>
                      </m:e>
                      <m:sub>
                        <m:r>
                          <a:rPr lang="en-US" sz="2000" i="1">
                            <a:latin typeface="Cambria Math" panose="02040503050406030204" pitchFamily="18" charset="0"/>
                          </a:rPr>
                          <m:t>𝒊</m:t>
                        </m:r>
                      </m:sub>
                    </m:sSub>
                    <m:d>
                      <m:dPr>
                        <m:ctrlPr>
                          <a:rPr lang="en-US" sz="2000" i="1">
                            <a:latin typeface="Cambria Math" panose="02040503050406030204" pitchFamily="18" charset="0"/>
                          </a:rPr>
                        </m:ctrlPr>
                      </m:dPr>
                      <m:e>
                        <m:r>
                          <a:rPr lang="en-US" sz="2000" i="1">
                            <a:latin typeface="Cambria Math" panose="02040503050406030204" pitchFamily="18" charset="0"/>
                          </a:rPr>
                          <m:t>𝒕</m:t>
                        </m:r>
                      </m:e>
                    </m:d>
                  </m:oMath>
                </a14:m>
                <a:r>
                  <a:rPr lang="en-US" sz="2000" dirty="0">
                    <a:latin typeface="Cambria Math" panose="02040503050406030204" pitchFamily="18" charset="0"/>
                    <a:ea typeface="Cambria Math" panose="02040503050406030204" pitchFamily="18" charset="0"/>
                  </a:rPr>
                  <a:t> is the frequency of class </a:t>
                </a:r>
                <a14:m>
                  <m:oMath xmlns:m="http://schemas.openxmlformats.org/officeDocument/2006/math">
                    <m:r>
                      <a:rPr lang="en-US" sz="2000" i="1">
                        <a:latin typeface="Cambria Math" panose="02040503050406030204" pitchFamily="18" charset="0"/>
                      </a:rPr>
                      <m:t>𝒊</m:t>
                    </m:r>
                  </m:oMath>
                </a14:m>
                <a:r>
                  <a:rPr lang="en-US" sz="2000" dirty="0"/>
                  <a:t> at node </a:t>
                </a:r>
                <a14:m>
                  <m:oMath xmlns:m="http://schemas.openxmlformats.org/officeDocument/2006/math">
                    <m:r>
                      <a:rPr lang="en-US" sz="2000" i="1">
                        <a:latin typeface="Cambria Math" panose="02040503050406030204" pitchFamily="18" charset="0"/>
                      </a:rPr>
                      <m:t>𝒕</m:t>
                    </m:r>
                  </m:oMath>
                </a14:m>
                <a:r>
                  <a:rPr lang="en-US" sz="2000" dirty="0"/>
                  <a:t>, and </a:t>
                </a:r>
                <a14:m>
                  <m:oMath xmlns:m="http://schemas.openxmlformats.org/officeDocument/2006/math">
                    <m:r>
                      <a:rPr lang="en-US" sz="2000" i="1">
                        <a:latin typeface="Cambria Math" panose="02040503050406030204" pitchFamily="18" charset="0"/>
                      </a:rPr>
                      <m:t>𝒄</m:t>
                    </m:r>
                  </m:oMath>
                </a14:m>
                <a:r>
                  <a:rPr lang="en-US" sz="2000" dirty="0"/>
                  <a:t> is the total number of classes </a:t>
                </a:r>
              </a:p>
              <a:p>
                <a:pPr marL="342900" indent="-342900">
                  <a:buFont typeface="Monotype Sorts" charset="0"/>
                  <a:buNone/>
                  <a:defRPr/>
                </a:pPr>
                <a:endParaRPr lang="en-US" sz="2400" dirty="0">
                  <a:latin typeface="Times New Roman" charset="0"/>
                </a:endParaRPr>
              </a:p>
              <a:p>
                <a:pPr marL="1204913" lvl="2" indent="-347663">
                  <a:lnSpc>
                    <a:spcPct val="90000"/>
                  </a:lnSpc>
                  <a:buFont typeface="Wingdings" charset="0"/>
                  <a:buChar char="u"/>
                  <a:defRPr/>
                </a:pPr>
                <a:r>
                  <a:rPr lang="en-US" sz="2200" dirty="0"/>
                  <a:t>Maximum of </a:t>
                </a:r>
                <a14:m>
                  <m:oMath xmlns:m="http://schemas.openxmlformats.org/officeDocument/2006/math">
                    <m:sSub>
                      <m:sSubPr>
                        <m:ctrlPr>
                          <a:rPr lang="en-US" sz="2200" b="0" i="1" smtClean="0">
                            <a:latin typeface="Cambria Math" panose="02040503050406030204" pitchFamily="18" charset="0"/>
                          </a:rPr>
                        </m:ctrlPr>
                      </m:sSubPr>
                      <m:e>
                        <m:r>
                          <m:rPr>
                            <m:sty m:val="p"/>
                          </m:rPr>
                          <a:rPr lang="en-US" sz="2200" b="0" i="0" smtClean="0">
                            <a:latin typeface="Cambria Math" panose="02040503050406030204" pitchFamily="18" charset="0"/>
                          </a:rPr>
                          <m:t>log</m:t>
                        </m:r>
                      </m:e>
                      <m:sub>
                        <m:r>
                          <a:rPr lang="en-US" sz="2200" b="0" i="1" smtClean="0">
                            <a:latin typeface="Cambria Math" panose="02040503050406030204" pitchFamily="18" charset="0"/>
                          </a:rPr>
                          <m:t>2</m:t>
                        </m:r>
                      </m:sub>
                    </m:sSub>
                    <m:r>
                      <a:rPr lang="en-US" sz="2200" i="1">
                        <a:latin typeface="Cambria Math" panose="02040503050406030204" pitchFamily="18" charset="0"/>
                      </a:rPr>
                      <m:t>𝑐</m:t>
                    </m:r>
                  </m:oMath>
                </a14:m>
                <a:r>
                  <a:rPr lang="en-US" sz="2200" dirty="0"/>
                  <a:t> when records are equally distributed among all classes, implying the least beneficial situation for classification</a:t>
                </a:r>
              </a:p>
              <a:p>
                <a:pPr marL="1204913" lvl="2" indent="-347663">
                  <a:lnSpc>
                    <a:spcPct val="90000"/>
                  </a:lnSpc>
                  <a:buFont typeface="Wingdings" charset="0"/>
                  <a:buChar char="u"/>
                  <a:defRPr/>
                </a:pPr>
                <a:r>
                  <a:rPr lang="en-US" sz="2200" dirty="0"/>
                  <a:t>Minimum of 0 when all records belong to one class, implying most beneficial situation for classification</a:t>
                </a:r>
              </a:p>
              <a:p>
                <a:pPr marL="742950" lvl="1" indent="-285750">
                  <a:lnSpc>
                    <a:spcPct val="90000"/>
                  </a:lnSpc>
                  <a:buFont typeface="Arial" charset="0"/>
                  <a:buChar char="–"/>
                  <a:defRPr/>
                </a:pPr>
                <a:endParaRPr lang="en-US" dirty="0"/>
              </a:p>
              <a:p>
                <a:pPr marL="742950" lvl="1" indent="-285750">
                  <a:lnSpc>
                    <a:spcPct val="90000"/>
                  </a:lnSpc>
                  <a:buFont typeface="Arial" charset="0"/>
                  <a:buChar char="–"/>
                  <a:defRPr/>
                </a:pPr>
                <a:r>
                  <a:rPr lang="en-US" sz="2400" dirty="0"/>
                  <a:t>Entropy based computations are quite similar to the GINI index computations</a:t>
                </a:r>
              </a:p>
            </p:txBody>
          </p:sp>
        </mc:Choice>
        <mc:Fallback>
          <p:sp>
            <p:nvSpPr>
              <p:cNvPr id="39939" name="Rectangle 3">
                <a:extLst>
                  <a:ext uri="{FF2B5EF4-FFF2-40B4-BE49-F238E27FC236}">
                    <a16:creationId xmlns:a16="http://schemas.microsoft.com/office/drawing/2014/main" xmlns="" xmlns:a14="http://schemas.microsoft.com/office/drawing/2010/main" id="{AB2C2B6F-910C-479E-BDA6-BC8AE1D85599}"/>
                  </a:ext>
                </a:extLst>
              </p:cNvPr>
              <p:cNvSpPr>
                <a:spLocks noGrp="1" noRot="1" noChangeAspect="1" noMove="1" noResize="1" noEditPoints="1" noAdjustHandles="1" noChangeArrowheads="1" noChangeShapeType="1" noTextEdit="1"/>
              </p:cNvSpPr>
              <p:nvPr>
                <p:ph type="body" idx="1"/>
              </p:nvPr>
            </p:nvSpPr>
            <p:spPr>
              <a:xfrm>
                <a:off x="152400" y="1143000"/>
                <a:ext cx="8763000" cy="5181600"/>
              </a:xfrm>
              <a:blipFill>
                <a:blip r:embed="rId2" cstate="print"/>
                <a:stretch>
                  <a:fillRect l="-348" t="-2353" r="-1182" b="-2118"/>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xmlns="" id="{A74F72C1-8DB5-465A-9A64-7EE78D483EB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12A15321-786A-4187-BDEF-11C03ECF3F9E}"/>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BDE7B8A7-B7AA-467D-86BB-FD17E3314037}"/>
              </a:ext>
            </a:extLst>
          </p:cNvPr>
          <p:cNvSpPr>
            <a:spLocks noGrp="1"/>
          </p:cNvSpPr>
          <p:nvPr>
            <p:ph type="sldNum" sz="quarter" idx="12"/>
          </p:nvPr>
        </p:nvSpPr>
        <p:spPr/>
        <p:txBody>
          <a:bodyPr/>
          <a:lstStyle/>
          <a:p>
            <a:pPr>
              <a:defRPr/>
            </a:pPr>
            <a:fld id="{FA37C351-DC12-45EB-B15E-0B7E4E090EF9}" type="slidenum">
              <a:rPr lang="en-US"/>
              <a:pPr>
                <a:defRPr/>
              </a:pPr>
              <a:t>44</a:t>
            </a:fld>
            <a:endParaRPr lang="en-US"/>
          </a:p>
        </p:txBody>
      </p:sp>
      <mc:AlternateContent xmlns:mc="http://schemas.openxmlformats.org/markup-compatibility/2006">
        <mc:Choice xmlns:a14="http://schemas.microsoft.com/office/drawing/2010/main" xmlns="" Requires="a14">
          <p:sp>
            <p:nvSpPr>
              <p:cNvPr id="8" name="TextBox 7">
                <a:extLst>
                  <a:ext uri="{FF2B5EF4-FFF2-40B4-BE49-F238E27FC236}">
                    <a16:creationId xmlns:a16="http://schemas.microsoft.com/office/drawing/2014/main" id="{669D6B64-16FF-42AA-85B8-5A2F2AB58B86}"/>
                  </a:ext>
                </a:extLst>
              </p:cNvPr>
              <p:cNvSpPr txBox="1"/>
              <p:nvPr/>
            </p:nvSpPr>
            <p:spPr>
              <a:xfrm>
                <a:off x="1447800" y="1524000"/>
                <a:ext cx="4259243"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𝐸𝑛𝑡𝑟𝑜𝑝𝑦</m:t>
                      </m:r>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𝑙𝑜</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e>
                      </m:nary>
                    </m:oMath>
                  </m:oMathPara>
                </a14:m>
                <a:endParaRPr lang="en-US" sz="2400" b="0" dirty="0"/>
              </a:p>
            </p:txBody>
          </p:sp>
        </mc:Choice>
        <mc:Fallback>
          <p:sp>
            <p:nvSpPr>
              <p:cNvPr id="8" name="TextBox 7">
                <a:extLst>
                  <a:ext uri="{FF2B5EF4-FFF2-40B4-BE49-F238E27FC236}">
                    <a16:creationId xmlns:a16="http://schemas.microsoft.com/office/drawing/2014/main" xmlns="" xmlns:a14="http://schemas.microsoft.com/office/drawing/2010/main" id="{669D6B64-16FF-42AA-85B8-5A2F2AB58B86}"/>
                  </a:ext>
                </a:extLst>
              </p:cNvPr>
              <p:cNvSpPr txBox="1">
                <a:spLocks noRot="1" noChangeAspect="1" noMove="1" noResize="1" noEditPoints="1" noAdjustHandles="1" noChangeArrowheads="1" noChangeShapeType="1" noTextEdit="1"/>
              </p:cNvSpPr>
              <p:nvPr/>
            </p:nvSpPr>
            <p:spPr>
              <a:xfrm>
                <a:off x="1447800" y="1524000"/>
                <a:ext cx="4259243" cy="1037848"/>
              </a:xfrm>
              <a:prstGeom prst="rect">
                <a:avLst/>
              </a:prstGeom>
              <a:blipFill>
                <a:blip r:embed="rId3" cstate="print"/>
                <a:stretch>
                  <a:fillRect/>
                </a:stretch>
              </a:blipFill>
            </p:spPr>
            <p:txBody>
              <a:bodyPr/>
              <a:lstStyle/>
              <a:p>
                <a:r>
                  <a:rPr 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xmlns="" id="{7F7C2F9D-2C4C-4514-9ABF-3E8CBEF465F0}"/>
              </a:ext>
            </a:extLst>
          </p:cNvPr>
          <p:cNvSpPr>
            <a:spLocks noGrp="1" noChangeArrowheads="1"/>
          </p:cNvSpPr>
          <p:nvPr>
            <p:ph type="title"/>
          </p:nvPr>
        </p:nvSpPr>
        <p:spPr/>
        <p:txBody>
          <a:bodyPr/>
          <a:lstStyle/>
          <a:p>
            <a:pPr>
              <a:defRPr/>
            </a:pPr>
            <a:r>
              <a:rPr lang="en-US">
                <a:cs typeface="+mj-cs"/>
              </a:rPr>
              <a:t>Computing Entropy of a Single Node</a:t>
            </a:r>
          </a:p>
        </p:txBody>
      </p:sp>
      <p:graphicFrame>
        <p:nvGraphicFramePr>
          <p:cNvPr id="52226" name="Object 3">
            <a:extLst>
              <a:ext uri="{FF2B5EF4-FFF2-40B4-BE49-F238E27FC236}">
                <a16:creationId xmlns:a16="http://schemas.microsoft.com/office/drawing/2014/main" xmlns="" id="{BB637AB3-8F49-4E6B-9419-412DA3CCF027}"/>
              </a:ext>
            </a:extLst>
          </p:cNvPr>
          <p:cNvGraphicFramePr>
            <a:graphicFrameLocks noChangeAspect="1"/>
          </p:cNvGraphicFramePr>
          <p:nvPr/>
        </p:nvGraphicFramePr>
        <p:xfrm>
          <a:off x="304800" y="2339975"/>
          <a:ext cx="2362200" cy="936625"/>
        </p:xfrm>
        <a:graphic>
          <a:graphicData uri="http://schemas.openxmlformats.org/presentationml/2006/ole">
            <p:oleObj spid="_x0000_s52469" name="Document" r:id="rId3" imgW="3238500" imgH="1357884" progId="Word.Document.8">
              <p:embed/>
            </p:oleObj>
          </a:graphicData>
        </a:graphic>
      </p:graphicFrame>
      <p:graphicFrame>
        <p:nvGraphicFramePr>
          <p:cNvPr id="52227" name="Object 4">
            <a:extLst>
              <a:ext uri="{FF2B5EF4-FFF2-40B4-BE49-F238E27FC236}">
                <a16:creationId xmlns:a16="http://schemas.microsoft.com/office/drawing/2014/main" xmlns="" id="{D03C17F8-5A40-4FD9-B830-C156D7D1909D}"/>
              </a:ext>
            </a:extLst>
          </p:cNvPr>
          <p:cNvGraphicFramePr>
            <a:graphicFrameLocks noChangeAspect="1"/>
          </p:cNvGraphicFramePr>
          <p:nvPr/>
        </p:nvGraphicFramePr>
        <p:xfrm>
          <a:off x="381000" y="5181600"/>
          <a:ext cx="2286000" cy="938213"/>
        </p:xfrm>
        <a:graphic>
          <a:graphicData uri="http://schemas.openxmlformats.org/presentationml/2006/ole">
            <p:oleObj spid="_x0000_s52470" name="Document" r:id="rId4" imgW="3238500" imgH="1382268" progId="Word.Document.8">
              <p:embed/>
            </p:oleObj>
          </a:graphicData>
        </a:graphic>
      </p:graphicFrame>
      <p:graphicFrame>
        <p:nvGraphicFramePr>
          <p:cNvPr id="52228" name="Object 5">
            <a:extLst>
              <a:ext uri="{FF2B5EF4-FFF2-40B4-BE49-F238E27FC236}">
                <a16:creationId xmlns:a16="http://schemas.microsoft.com/office/drawing/2014/main" xmlns="" id="{9F26A34F-15A4-44EC-9E82-97915C9F4222}"/>
              </a:ext>
            </a:extLst>
          </p:cNvPr>
          <p:cNvGraphicFramePr>
            <a:graphicFrameLocks noChangeAspect="1"/>
          </p:cNvGraphicFramePr>
          <p:nvPr/>
        </p:nvGraphicFramePr>
        <p:xfrm>
          <a:off x="381000" y="3817938"/>
          <a:ext cx="2286000" cy="906462"/>
        </p:xfrm>
        <a:graphic>
          <a:graphicData uri="http://schemas.openxmlformats.org/presentationml/2006/ole">
            <p:oleObj spid="_x0000_s52471" name="Document" r:id="rId5" imgW="3238500" imgH="1357884" progId="Word.Document.8">
              <p:embed/>
            </p:oleObj>
          </a:graphicData>
        </a:graphic>
      </p:graphicFrame>
      <p:sp>
        <p:nvSpPr>
          <p:cNvPr id="52229" name="Text Box 6">
            <a:extLst>
              <a:ext uri="{FF2B5EF4-FFF2-40B4-BE49-F238E27FC236}">
                <a16:creationId xmlns:a16="http://schemas.microsoft.com/office/drawing/2014/main" xmlns="" id="{8F06B79F-C069-4CD0-A9A4-901C4D3CEA3C}"/>
              </a:ext>
            </a:extLst>
          </p:cNvPr>
          <p:cNvSpPr txBox="1">
            <a:spLocks noChangeArrowheads="1"/>
          </p:cNvSpPr>
          <p:nvPr/>
        </p:nvSpPr>
        <p:spPr bwMode="auto">
          <a:xfrm>
            <a:off x="2895600" y="2339975"/>
            <a:ext cx="59436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0/6 = 0     P(C2) = 6/6 = 1</a:t>
            </a:r>
          </a:p>
          <a:p>
            <a:pPr>
              <a:spcBef>
                <a:spcPct val="50000"/>
              </a:spcBef>
              <a:spcAft>
                <a:spcPct val="0"/>
              </a:spcAft>
              <a:buClrTx/>
              <a:buSzTx/>
              <a:buFontTx/>
              <a:buNone/>
            </a:pPr>
            <a:r>
              <a:rPr lang="en-US" altLang="en-US" sz="2000"/>
              <a:t>Entropy = – 0 log 0</a:t>
            </a:r>
            <a:r>
              <a:rPr lang="en-US" altLang="en-US" sz="2000" baseline="30000"/>
              <a:t> </a:t>
            </a:r>
            <a:r>
              <a:rPr lang="en-US" altLang="en-US" sz="2000"/>
              <a:t>– 1 log 1 = – 0 – 0 = 0 </a:t>
            </a:r>
          </a:p>
        </p:txBody>
      </p:sp>
      <p:sp>
        <p:nvSpPr>
          <p:cNvPr id="52230" name="Text Box 8">
            <a:extLst>
              <a:ext uri="{FF2B5EF4-FFF2-40B4-BE49-F238E27FC236}">
                <a16:creationId xmlns:a16="http://schemas.microsoft.com/office/drawing/2014/main" xmlns="" id="{69D354AD-3445-41CE-8F4F-812592CE7A8C}"/>
              </a:ext>
            </a:extLst>
          </p:cNvPr>
          <p:cNvSpPr txBox="1">
            <a:spLocks noChangeArrowheads="1"/>
          </p:cNvSpPr>
          <p:nvPr/>
        </p:nvSpPr>
        <p:spPr bwMode="auto">
          <a:xfrm>
            <a:off x="2971800" y="3733800"/>
            <a:ext cx="61722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1/6          P(C2) = 5/6</a:t>
            </a:r>
          </a:p>
          <a:p>
            <a:pPr>
              <a:spcBef>
                <a:spcPct val="50000"/>
              </a:spcBef>
              <a:spcAft>
                <a:spcPct val="0"/>
              </a:spcAft>
              <a:buClrTx/>
              <a:buSzTx/>
              <a:buFontTx/>
              <a:buNone/>
            </a:pPr>
            <a:r>
              <a:rPr lang="en-US" altLang="en-US" sz="2000"/>
              <a:t>Entropy = – (1/6) log</a:t>
            </a:r>
            <a:r>
              <a:rPr lang="en-US" altLang="en-US" sz="2000" baseline="-25000"/>
              <a:t>2</a:t>
            </a:r>
            <a:r>
              <a:rPr lang="en-US" altLang="en-US" sz="2000"/>
              <a:t> (1/6)</a:t>
            </a:r>
            <a:r>
              <a:rPr lang="en-US" altLang="en-US" sz="2000" baseline="30000"/>
              <a:t> </a:t>
            </a:r>
            <a:r>
              <a:rPr lang="en-US" altLang="en-US" sz="2000"/>
              <a:t>– (5/6) log</a:t>
            </a:r>
            <a:r>
              <a:rPr lang="en-US" altLang="en-US" sz="2000" baseline="-25000"/>
              <a:t>2</a:t>
            </a:r>
            <a:r>
              <a:rPr lang="en-US" altLang="en-US" sz="2000"/>
              <a:t> (1/6) = 0.65</a:t>
            </a:r>
          </a:p>
        </p:txBody>
      </p:sp>
      <p:sp>
        <p:nvSpPr>
          <p:cNvPr id="52231" name="Text Box 9">
            <a:extLst>
              <a:ext uri="{FF2B5EF4-FFF2-40B4-BE49-F238E27FC236}">
                <a16:creationId xmlns:a16="http://schemas.microsoft.com/office/drawing/2014/main" xmlns="" id="{E20961E2-4A1F-4D5A-B0C6-6EDFF2135AA6}"/>
              </a:ext>
            </a:extLst>
          </p:cNvPr>
          <p:cNvSpPr txBox="1">
            <a:spLocks noChangeArrowheads="1"/>
          </p:cNvSpPr>
          <p:nvPr/>
        </p:nvSpPr>
        <p:spPr bwMode="auto">
          <a:xfrm>
            <a:off x="2971800" y="5105400"/>
            <a:ext cx="61722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2/6          P(C2) = 4/6</a:t>
            </a:r>
          </a:p>
          <a:p>
            <a:pPr>
              <a:spcBef>
                <a:spcPct val="50000"/>
              </a:spcBef>
              <a:spcAft>
                <a:spcPct val="0"/>
              </a:spcAft>
              <a:buClrTx/>
              <a:buSzTx/>
              <a:buFontTx/>
              <a:buNone/>
            </a:pPr>
            <a:r>
              <a:rPr lang="en-US" altLang="en-US" sz="2000"/>
              <a:t>Entropy = – (2/6) log</a:t>
            </a:r>
            <a:r>
              <a:rPr lang="en-US" altLang="en-US" sz="2000" baseline="-25000"/>
              <a:t>2</a:t>
            </a:r>
            <a:r>
              <a:rPr lang="en-US" altLang="en-US" sz="2000"/>
              <a:t> (2/6)</a:t>
            </a:r>
            <a:r>
              <a:rPr lang="en-US" altLang="en-US" sz="2000" baseline="30000"/>
              <a:t> </a:t>
            </a:r>
            <a:r>
              <a:rPr lang="en-US" altLang="en-US" sz="2000"/>
              <a:t>– (4/6) log</a:t>
            </a:r>
            <a:r>
              <a:rPr lang="en-US" altLang="en-US" sz="2000" baseline="-25000"/>
              <a:t>2</a:t>
            </a:r>
            <a:r>
              <a:rPr lang="en-US" altLang="en-US" sz="2000"/>
              <a:t> (4/6) = 0.92</a:t>
            </a:r>
          </a:p>
        </p:txBody>
      </p:sp>
      <p:sp>
        <p:nvSpPr>
          <p:cNvPr id="2" name="Date Placeholder 1">
            <a:extLst>
              <a:ext uri="{FF2B5EF4-FFF2-40B4-BE49-F238E27FC236}">
                <a16:creationId xmlns:a16="http://schemas.microsoft.com/office/drawing/2014/main" xmlns="" id="{CADB12BE-7C81-4EE5-B01E-8F6425C7F73C}"/>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0D5981B3-B9E5-4312-A3FF-56AA0D2D9547}"/>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B9FE711-EDA1-475B-88C2-CA170A96948B}"/>
              </a:ext>
            </a:extLst>
          </p:cNvPr>
          <p:cNvSpPr>
            <a:spLocks noGrp="1"/>
          </p:cNvSpPr>
          <p:nvPr>
            <p:ph type="sldNum" sz="quarter" idx="12"/>
          </p:nvPr>
        </p:nvSpPr>
        <p:spPr/>
        <p:txBody>
          <a:bodyPr/>
          <a:lstStyle/>
          <a:p>
            <a:pPr>
              <a:defRPr/>
            </a:pPr>
            <a:fld id="{AC6DE6C9-B616-47A1-8DF4-C856A4D0ED42}" type="slidenum">
              <a:rPr lang="en-US"/>
              <a:pPr>
                <a:defRPr/>
              </a:pPr>
              <a:t>45</a:t>
            </a:fld>
            <a:endParaRPr lang="en-US"/>
          </a:p>
        </p:txBody>
      </p:sp>
      <mc:AlternateContent xmlns:mc="http://schemas.openxmlformats.org/markup-compatibility/2006">
        <mc:Choice xmlns:a14="http://schemas.microsoft.com/office/drawing/2010/main" xmlns="" Requires="a14">
          <p:sp>
            <p:nvSpPr>
              <p:cNvPr id="13" name="TextBox 12">
                <a:extLst>
                  <a:ext uri="{FF2B5EF4-FFF2-40B4-BE49-F238E27FC236}">
                    <a16:creationId xmlns:a16="http://schemas.microsoft.com/office/drawing/2014/main" id="{2FC7281B-DF0D-407E-BB2E-ED769EB3DB36}"/>
                  </a:ext>
                </a:extLst>
              </p:cNvPr>
              <p:cNvSpPr txBox="1"/>
              <p:nvPr/>
            </p:nvSpPr>
            <p:spPr>
              <a:xfrm>
                <a:off x="1797910" y="1119376"/>
                <a:ext cx="4259243" cy="1037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𝐸𝑛𝑡𝑟𝑜𝑝𝑦</m:t>
                      </m:r>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𝑐</m:t>
                          </m:r>
                          <m:r>
                            <a:rPr lang="en-US" sz="2400" b="0" i="1" smtClean="0">
                              <a:latin typeface="Cambria Math" panose="02040503050406030204" pitchFamily="18" charset="0"/>
                            </a:rPr>
                            <m:t>−1</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𝑙𝑜</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e>
                      </m:nary>
                    </m:oMath>
                  </m:oMathPara>
                </a14:m>
                <a:endParaRPr lang="en-US" sz="2400" b="0" dirty="0"/>
              </a:p>
            </p:txBody>
          </p:sp>
        </mc:Choice>
        <mc:Fallback>
          <p:sp>
            <p:nvSpPr>
              <p:cNvPr id="13" name="TextBox 12">
                <a:extLst>
                  <a:ext uri="{FF2B5EF4-FFF2-40B4-BE49-F238E27FC236}">
                    <a16:creationId xmlns:a16="http://schemas.microsoft.com/office/drawing/2014/main" xmlns="" xmlns:a14="http://schemas.microsoft.com/office/drawing/2010/main" id="{2FC7281B-DF0D-407E-BB2E-ED769EB3DB36}"/>
                  </a:ext>
                </a:extLst>
              </p:cNvPr>
              <p:cNvSpPr txBox="1">
                <a:spLocks noRot="1" noChangeAspect="1" noMove="1" noResize="1" noEditPoints="1" noAdjustHandles="1" noChangeArrowheads="1" noChangeShapeType="1" noTextEdit="1"/>
              </p:cNvSpPr>
              <p:nvPr/>
            </p:nvSpPr>
            <p:spPr>
              <a:xfrm>
                <a:off x="1797910" y="1119376"/>
                <a:ext cx="4259243" cy="1037848"/>
              </a:xfrm>
              <a:prstGeom prst="rect">
                <a:avLst/>
              </a:prstGeom>
              <a:blipFill>
                <a:blip r:embed="rId6" cstate="print"/>
                <a:stretch>
                  <a:fillRect/>
                </a:stretch>
              </a:blipFill>
            </p:spPr>
            <p:txBody>
              <a:bodyPr/>
              <a:lstStyle/>
              <a:p>
                <a:r>
                  <a:rPr 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xmlns="" id="{10A1E003-1F58-4368-A5F0-15CBF9E8B5B0}"/>
              </a:ext>
            </a:extLst>
          </p:cNvPr>
          <p:cNvSpPr>
            <a:spLocks noGrp="1" noChangeArrowheads="1"/>
          </p:cNvSpPr>
          <p:nvPr>
            <p:ph type="title"/>
          </p:nvPr>
        </p:nvSpPr>
        <p:spPr/>
        <p:txBody>
          <a:bodyPr/>
          <a:lstStyle/>
          <a:p>
            <a:pPr>
              <a:defRPr/>
            </a:pPr>
            <a:r>
              <a:rPr lang="en-US" sz="2800">
                <a:cs typeface="+mj-cs"/>
              </a:rPr>
              <a:t>Computing Information Gain After Splitting</a:t>
            </a:r>
            <a:endParaRPr lang="en-US">
              <a:cs typeface="+mj-cs"/>
            </a:endParaRPr>
          </a:p>
        </p:txBody>
      </p:sp>
      <mc:AlternateContent xmlns:mc="http://schemas.openxmlformats.org/markup-compatibility/2006">
        <mc:Choice xmlns:a14="http://schemas.microsoft.com/office/drawing/2010/main" xmlns="" Requires="a14">
          <p:sp>
            <p:nvSpPr>
              <p:cNvPr id="41987" name="Rectangle 3">
                <a:extLst>
                  <a:ext uri="{FF2B5EF4-FFF2-40B4-BE49-F238E27FC236}">
                    <a16:creationId xmlns:a16="http://schemas.microsoft.com/office/drawing/2014/main" id="{5931C173-54DB-4586-961A-FD1AF78D82C9}"/>
                  </a:ext>
                </a:extLst>
              </p:cNvPr>
              <p:cNvSpPr>
                <a:spLocks noGrp="1" noChangeArrowheads="1"/>
              </p:cNvSpPr>
              <p:nvPr>
                <p:ph type="body" sz="half" idx="1"/>
              </p:nvPr>
            </p:nvSpPr>
            <p:spPr>
              <a:xfrm>
                <a:off x="381000" y="1143000"/>
                <a:ext cx="8382000" cy="4953000"/>
              </a:xfrm>
            </p:spPr>
            <p:txBody>
              <a:bodyPr>
                <a:normAutofit fontScale="92500" lnSpcReduction="10000"/>
              </a:bodyPr>
              <a:lstStyle/>
              <a:p>
                <a:pPr marL="342900" indent="-342900">
                  <a:buFont typeface="Monotype Sorts" charset="0"/>
                  <a:buChar char="l"/>
                  <a:defRPr/>
                </a:pPr>
                <a:r>
                  <a:rPr lang="en-US" sz="2400" dirty="0">
                    <a:cs typeface="+mn-cs"/>
                  </a:rPr>
                  <a:t>Information Gain: </a:t>
                </a:r>
              </a:p>
              <a:p>
                <a:pPr marL="742950" lvl="1" indent="-285750">
                  <a:buFont typeface="Arial" charset="0"/>
                  <a:buChar char="–"/>
                  <a:defRPr/>
                </a:pPr>
                <a:endParaRPr lang="en-US" sz="2400" dirty="0"/>
              </a:p>
              <a:p>
                <a:pPr marL="1146175" lvl="2" indent="-228600">
                  <a:buFont typeface="Wingdings" charset="0"/>
                  <a:buNone/>
                  <a:defRPr/>
                </a:pPr>
                <a:endParaRPr lang="en-US" sz="2000" dirty="0"/>
              </a:p>
              <a:p>
                <a:pPr marL="1146175" lvl="2" indent="-228600">
                  <a:buFont typeface="Wingdings" charset="0"/>
                  <a:buNone/>
                  <a:defRPr/>
                </a:pPr>
                <a:endParaRPr lang="en-US" sz="2000" dirty="0"/>
              </a:p>
              <a:p>
                <a:pPr marL="1146175" lvl="2" indent="-228600">
                  <a:buFont typeface="Wingdings" charset="0"/>
                  <a:buNone/>
                  <a:defRPr/>
                </a:pPr>
                <a:r>
                  <a:rPr lang="en-US" sz="2000" dirty="0"/>
                  <a:t>		Parent Node, </a:t>
                </a:r>
                <a14:m>
                  <m:oMath xmlns:m="http://schemas.openxmlformats.org/officeDocument/2006/math">
                    <m:r>
                      <a:rPr lang="en-US" sz="2000" i="1">
                        <a:latin typeface="Cambria Math" panose="02040503050406030204" pitchFamily="18" charset="0"/>
                      </a:rPr>
                      <m:t>𝑝</m:t>
                    </m:r>
                  </m:oMath>
                </a14:m>
                <a:r>
                  <a:rPr lang="en-US" sz="2000" dirty="0"/>
                  <a:t> is split into </a:t>
                </a:r>
                <a14:m>
                  <m:oMath xmlns:m="http://schemas.openxmlformats.org/officeDocument/2006/math">
                    <m:r>
                      <a:rPr lang="en-US" sz="2000" i="1">
                        <a:latin typeface="Cambria Math" panose="02040503050406030204" pitchFamily="18" charset="0"/>
                      </a:rPr>
                      <m:t>𝑘</m:t>
                    </m:r>
                  </m:oMath>
                </a14:m>
                <a:r>
                  <a:rPr lang="en-US" sz="2000" dirty="0"/>
                  <a:t> partitions (children)</a:t>
                </a:r>
              </a:p>
              <a:p>
                <a:pPr marL="1146175" lvl="2" indent="-228600">
                  <a:buFont typeface="Wingdings" charset="0"/>
                  <a:buNone/>
                  <a:defRPr/>
                </a:pP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𝑖</m:t>
                        </m:r>
                      </m:sub>
                    </m:sSub>
                  </m:oMath>
                </a14:m>
                <a:r>
                  <a:rPr lang="en-US" sz="2000" dirty="0"/>
                  <a:t> is number of records in child node </a:t>
                </a:r>
                <a14:m>
                  <m:oMath xmlns:m="http://schemas.openxmlformats.org/officeDocument/2006/math">
                    <m:r>
                      <a:rPr lang="en-US" sz="2000" i="1">
                        <a:latin typeface="Cambria Math" panose="02040503050406030204" pitchFamily="18" charset="0"/>
                      </a:rPr>
                      <m:t>𝑖</m:t>
                    </m:r>
                  </m:oMath>
                </a14:m>
                <a:br>
                  <a:rPr lang="en-US" sz="1800" dirty="0">
                    <a:latin typeface="Times New Roman" charset="0"/>
                  </a:rPr>
                </a:br>
                <a:endParaRPr lang="en-US" sz="1800" dirty="0">
                  <a:latin typeface="Times New Roman" charset="0"/>
                </a:endParaRPr>
              </a:p>
              <a:p>
                <a:pPr marL="742950" lvl="1" indent="-285750">
                  <a:buFont typeface="Arial" charset="0"/>
                  <a:buChar char="–"/>
                  <a:defRPr/>
                </a:pPr>
                <a:r>
                  <a:rPr lang="en-US" sz="2400" dirty="0"/>
                  <a:t>Choose the split that achieves most reduction (maximizes GAIN)</a:t>
                </a:r>
              </a:p>
              <a:p>
                <a:pPr lvl="4">
                  <a:defRPr/>
                </a:pPr>
                <a:endParaRPr lang="en-US" sz="1800" dirty="0">
                  <a:latin typeface="Times New Roman" charset="0"/>
                </a:endParaRPr>
              </a:p>
              <a:p>
                <a:pPr marL="742950" lvl="1" indent="-285750">
                  <a:buFont typeface="Arial" charset="0"/>
                  <a:buChar char="–"/>
                  <a:defRPr/>
                </a:pPr>
                <a:r>
                  <a:rPr lang="en-US" sz="2400" dirty="0"/>
                  <a:t>Used in the ID3 and C4.5 decision tree algorithms</a:t>
                </a:r>
              </a:p>
              <a:p>
                <a:pPr marL="742950" lvl="1" indent="-285750">
                  <a:buFont typeface="Arial" charset="0"/>
                  <a:buChar char="–"/>
                  <a:defRPr/>
                </a:pPr>
                <a:endParaRPr lang="en-US" sz="2400" dirty="0"/>
              </a:p>
              <a:p>
                <a:pPr marL="742950" lvl="1" indent="-285750">
                  <a:buFont typeface="Arial" charset="0"/>
                  <a:buChar char="–"/>
                  <a:defRPr/>
                </a:pPr>
                <a:r>
                  <a:rPr lang="en-US" sz="2400" dirty="0"/>
                  <a:t>Information gain is the mutual information between the class variable and the splitting variable  </a:t>
                </a:r>
              </a:p>
            </p:txBody>
          </p:sp>
        </mc:Choice>
        <mc:Fallback>
          <p:sp>
            <p:nvSpPr>
              <p:cNvPr id="41987" name="Rectangle 3">
                <a:extLst>
                  <a:ext uri="{FF2B5EF4-FFF2-40B4-BE49-F238E27FC236}">
                    <a16:creationId xmlns:a16="http://schemas.microsoft.com/office/drawing/2014/main" xmlns="" xmlns:a14="http://schemas.microsoft.com/office/drawing/2010/main" id="{5931C173-54DB-4586-961A-FD1AF78D82C9}"/>
                  </a:ext>
                </a:extLst>
              </p:cNvPr>
              <p:cNvSpPr>
                <a:spLocks noGrp="1" noRot="1" noChangeAspect="1" noMove="1" noResize="1" noEditPoints="1" noAdjustHandles="1" noChangeArrowheads="1" noChangeShapeType="1" noTextEdit="1"/>
              </p:cNvSpPr>
              <p:nvPr>
                <p:ph type="body" sz="half" idx="1"/>
              </p:nvPr>
            </p:nvSpPr>
            <p:spPr>
              <a:xfrm>
                <a:off x="381000" y="1143000"/>
                <a:ext cx="8382000" cy="4953000"/>
              </a:xfrm>
              <a:blipFill>
                <a:blip r:embed="rId2" cstate="print"/>
                <a:stretch>
                  <a:fillRect l="-218" t="-1478" r="-1745"/>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xmlns="" id="{3F9838F9-5C30-4C1D-A60C-107CF9C3898C}"/>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AB5775EE-0CCC-4CEC-A935-C48915E036CA}"/>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E3108EC3-4CB2-44AF-B6C9-2BABFBCB6851}"/>
              </a:ext>
            </a:extLst>
          </p:cNvPr>
          <p:cNvSpPr>
            <a:spLocks noGrp="1"/>
          </p:cNvSpPr>
          <p:nvPr>
            <p:ph type="sldNum" sz="quarter" idx="12"/>
          </p:nvPr>
        </p:nvSpPr>
        <p:spPr/>
        <p:txBody>
          <a:bodyPr/>
          <a:lstStyle/>
          <a:p>
            <a:pPr>
              <a:defRPr/>
            </a:pPr>
            <a:fld id="{8966C636-268E-4FBD-BBA5-0BB0761D90FF}" type="slidenum">
              <a:rPr lang="en-US"/>
              <a:pPr>
                <a:defRPr/>
              </a:pPr>
              <a:t>46</a:t>
            </a:fld>
            <a:endParaRPr lang="en-US"/>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1914E59F-A1BF-4E04-995A-7D996319BEEB}"/>
                  </a:ext>
                </a:extLst>
              </p:cNvPr>
              <p:cNvSpPr txBox="1"/>
              <p:nvPr/>
            </p:nvSpPr>
            <p:spPr>
              <a:xfrm>
                <a:off x="1533140" y="1600200"/>
                <a:ext cx="4924810" cy="8717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𝐺𝑎𝑖</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𝑠𝑝𝑙𝑖𝑡</m:t>
                          </m:r>
                        </m:sub>
                      </m:sSub>
                      <m:r>
                        <a:rPr lang="en-US" sz="2000" b="0" i="1" smtClean="0">
                          <a:latin typeface="Cambria Math" panose="02040503050406030204" pitchFamily="18" charset="0"/>
                        </a:rPr>
                        <m:t>=</m:t>
                      </m:r>
                      <m:r>
                        <a:rPr lang="en-US" sz="2000" b="0" i="1" smtClean="0">
                          <a:latin typeface="Cambria Math" panose="02040503050406030204" pitchFamily="18" charset="0"/>
                        </a:rPr>
                        <m:t>𝐸𝑛𝑡𝑟𝑜𝑝𝑦</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𝑘</m:t>
                          </m:r>
                        </m:sup>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𝑖</m:t>
                                  </m:r>
                                </m:sub>
                              </m:sSub>
                            </m:num>
                            <m:den>
                              <m:r>
                                <a:rPr lang="en-US" sz="2000" b="0" i="1" smtClean="0">
                                  <a:latin typeface="Cambria Math" panose="02040503050406030204" pitchFamily="18" charset="0"/>
                                </a:rPr>
                                <m:t>𝑛</m:t>
                              </m:r>
                            </m:den>
                          </m:f>
                          <m:r>
                            <a:rPr lang="en-US" sz="2000" b="0" i="1" smtClean="0">
                              <a:latin typeface="Cambria Math" panose="02040503050406030204" pitchFamily="18" charset="0"/>
                            </a:rPr>
                            <m:t>𝐸𝑛𝑡𝑟𝑜𝑝𝑦</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e>
                      </m:nary>
                    </m:oMath>
                  </m:oMathPara>
                </a14:m>
                <a:endParaRPr lang="en-US" sz="2000" b="0" dirty="0"/>
              </a:p>
            </p:txBody>
          </p:sp>
        </mc:Choice>
        <mc:Fallback>
          <p:sp>
            <p:nvSpPr>
              <p:cNvPr id="5" name="TextBox 4">
                <a:extLst>
                  <a:ext uri="{FF2B5EF4-FFF2-40B4-BE49-F238E27FC236}">
                    <a16:creationId xmlns:a16="http://schemas.microsoft.com/office/drawing/2014/main" xmlns="" xmlns:a14="http://schemas.microsoft.com/office/drawing/2010/main" id="{1914E59F-A1BF-4E04-995A-7D996319BEEB}"/>
                  </a:ext>
                </a:extLst>
              </p:cNvPr>
              <p:cNvSpPr txBox="1">
                <a:spLocks noRot="1" noChangeAspect="1" noMove="1" noResize="1" noEditPoints="1" noAdjustHandles="1" noChangeArrowheads="1" noChangeShapeType="1" noTextEdit="1"/>
              </p:cNvSpPr>
              <p:nvPr/>
            </p:nvSpPr>
            <p:spPr>
              <a:xfrm>
                <a:off x="1533140" y="1600200"/>
                <a:ext cx="4924810" cy="871713"/>
              </a:xfrm>
              <a:prstGeom prst="rect">
                <a:avLst/>
              </a:prstGeom>
              <a:blipFill>
                <a:blip r:embed="rId3" cstate="print"/>
                <a:stretch>
                  <a:fillRect/>
                </a:stretch>
              </a:blipFill>
            </p:spPr>
            <p:txBody>
              <a:bodyPr/>
              <a:lstStyle/>
              <a:p>
                <a:r>
                  <a:rPr 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C6392D93-298C-4A31-954A-AE23DD5FEF32}"/>
              </a:ext>
            </a:extLst>
          </p:cNvPr>
          <p:cNvSpPr>
            <a:spLocks noGrp="1" noChangeArrowheads="1"/>
          </p:cNvSpPr>
          <p:nvPr>
            <p:ph type="title"/>
          </p:nvPr>
        </p:nvSpPr>
        <p:spPr/>
        <p:txBody>
          <a:bodyPr/>
          <a:lstStyle/>
          <a:p>
            <a:pPr>
              <a:defRPr/>
            </a:pPr>
            <a:r>
              <a:rPr lang="en-US" sz="3000">
                <a:cs typeface="+mj-cs"/>
              </a:rPr>
              <a:t>Problem with large number of partitions</a:t>
            </a:r>
          </a:p>
        </p:txBody>
      </p:sp>
      <p:sp>
        <p:nvSpPr>
          <p:cNvPr id="957443" name="Rectangle 3">
            <a:extLst>
              <a:ext uri="{FF2B5EF4-FFF2-40B4-BE49-F238E27FC236}">
                <a16:creationId xmlns:a16="http://schemas.microsoft.com/office/drawing/2014/main" xmlns="" id="{BCCB83F4-D583-4983-841D-E1951C9CF4B2}"/>
              </a:ext>
            </a:extLst>
          </p:cNvPr>
          <p:cNvSpPr>
            <a:spLocks noGrp="1" noChangeArrowheads="1"/>
          </p:cNvSpPr>
          <p:nvPr>
            <p:ph type="body" idx="1"/>
          </p:nvPr>
        </p:nvSpPr>
        <p:spPr/>
        <p:txBody>
          <a:bodyPr/>
          <a:lstStyle/>
          <a:p>
            <a:pPr>
              <a:buFont typeface="Monotype Sorts" pitchFamily="2" charset="2"/>
              <a:buChar char="l"/>
              <a:defRPr/>
            </a:pPr>
            <a:r>
              <a:rPr lang="en-US" dirty="0">
                <a:ea typeface="+mn-ea"/>
                <a:cs typeface="+mn-cs"/>
              </a:rPr>
              <a:t>Node impurity measures tend to prefer splits that result in large number of partitions, each being small but pure</a:t>
            </a:r>
          </a:p>
          <a:p>
            <a:pPr>
              <a:buFont typeface="Monotype Sorts" pitchFamily="2" charset="2"/>
              <a:buChar char="l"/>
              <a:defRPr/>
            </a:pPr>
            <a:endParaRPr lang="en-US" dirty="0">
              <a:ea typeface="+mn-ea"/>
              <a:cs typeface="+mn-cs"/>
            </a:endParaRPr>
          </a:p>
          <a:p>
            <a:pPr>
              <a:buFont typeface="Monotype Sorts" pitchFamily="2" charset="2"/>
              <a:buChar char="l"/>
              <a:defRPr/>
            </a:pPr>
            <a:endParaRPr lang="en-US" dirty="0">
              <a:ea typeface="+mn-ea"/>
              <a:cs typeface="+mn-cs"/>
            </a:endParaRPr>
          </a:p>
          <a:p>
            <a:pPr>
              <a:buFont typeface="Monotype Sorts" pitchFamily="2" charset="2"/>
              <a:buChar char="l"/>
              <a:defRPr/>
            </a:pPr>
            <a:endParaRPr lang="en-US" dirty="0">
              <a:ea typeface="+mn-ea"/>
              <a:cs typeface="+mn-cs"/>
            </a:endParaRPr>
          </a:p>
          <a:p>
            <a:pPr>
              <a:buFont typeface="Monotype Sorts" pitchFamily="2" charset="2"/>
              <a:buChar char="l"/>
              <a:defRPr/>
            </a:pPr>
            <a:endParaRPr lang="en-US" dirty="0">
              <a:ea typeface="+mn-ea"/>
              <a:cs typeface="+mn-cs"/>
            </a:endParaRPr>
          </a:p>
          <a:p>
            <a:pPr marL="0" indent="0">
              <a:buFont typeface="Monotype Sorts" pitchFamily="2" charset="2"/>
              <a:buNone/>
              <a:defRPr/>
            </a:pPr>
            <a:endParaRPr lang="en-US" dirty="0">
              <a:ea typeface="+mn-ea"/>
              <a:cs typeface="+mn-cs"/>
            </a:endParaRPr>
          </a:p>
          <a:p>
            <a:pPr lvl="1">
              <a:buFont typeface="Arial" charset="0"/>
              <a:buChar char="–"/>
              <a:defRPr/>
            </a:pPr>
            <a:r>
              <a:rPr lang="en-US" dirty="0"/>
              <a:t>Customer ID has highest information gain because entropy for all the children is zero</a:t>
            </a:r>
          </a:p>
        </p:txBody>
      </p:sp>
      <p:graphicFrame>
        <p:nvGraphicFramePr>
          <p:cNvPr id="54275" name="Object 4">
            <a:extLst>
              <a:ext uri="{FF2B5EF4-FFF2-40B4-BE49-F238E27FC236}">
                <a16:creationId xmlns:a16="http://schemas.microsoft.com/office/drawing/2014/main" xmlns="" id="{483CA67C-C837-4835-9209-42FC7F9F62EF}"/>
              </a:ext>
            </a:extLst>
          </p:cNvPr>
          <p:cNvGraphicFramePr>
            <a:graphicFrameLocks noGrp="1" noChangeAspect="1"/>
          </p:cNvGraphicFramePr>
          <p:nvPr>
            <p:ph sz="half" idx="4294967295"/>
          </p:nvPr>
        </p:nvGraphicFramePr>
        <p:xfrm>
          <a:off x="533400" y="2743200"/>
          <a:ext cx="8001000" cy="1866900"/>
        </p:xfrm>
        <a:graphic>
          <a:graphicData uri="http://schemas.openxmlformats.org/presentationml/2006/ole">
            <p:oleObj spid="_x0000_s54350" name="Visio" r:id="rId3" imgW="9637116" imgH="2242367" progId="">
              <p:embed/>
            </p:oleObj>
          </a:graphicData>
        </a:graphic>
      </p:graphicFrame>
      <p:sp>
        <p:nvSpPr>
          <p:cNvPr id="2" name="Date Placeholder 1">
            <a:extLst>
              <a:ext uri="{FF2B5EF4-FFF2-40B4-BE49-F238E27FC236}">
                <a16:creationId xmlns:a16="http://schemas.microsoft.com/office/drawing/2014/main" xmlns="" id="{D6952416-6DA2-40BE-8B46-D1BDAB47E4C7}"/>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013C572E-C2A4-40AB-98B9-3C34B8E1A7B6}"/>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94776994-D1A5-4494-82A2-F73BC96731D7}"/>
              </a:ext>
            </a:extLst>
          </p:cNvPr>
          <p:cNvSpPr>
            <a:spLocks noGrp="1"/>
          </p:cNvSpPr>
          <p:nvPr>
            <p:ph type="sldNum" sz="quarter" idx="12"/>
          </p:nvPr>
        </p:nvSpPr>
        <p:spPr/>
        <p:txBody>
          <a:bodyPr/>
          <a:lstStyle/>
          <a:p>
            <a:pPr>
              <a:defRPr/>
            </a:pPr>
            <a:fld id="{5DA6884D-0358-41A0-8B86-2E8936DC407F}" type="slidenum">
              <a:rPr lang="en-US"/>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xmlns="" id="{FB139C1D-A9DD-4402-9E7C-035A4930C513}"/>
              </a:ext>
            </a:extLst>
          </p:cNvPr>
          <p:cNvSpPr>
            <a:spLocks noGrp="1" noChangeArrowheads="1"/>
          </p:cNvSpPr>
          <p:nvPr>
            <p:ph type="title"/>
          </p:nvPr>
        </p:nvSpPr>
        <p:spPr/>
        <p:txBody>
          <a:bodyPr/>
          <a:lstStyle/>
          <a:p>
            <a:pPr>
              <a:defRPr/>
            </a:pPr>
            <a:r>
              <a:rPr lang="en-US" sz="2800" dirty="0">
                <a:cs typeface="+mj-cs"/>
              </a:rPr>
              <a:t>Gain Ratio</a:t>
            </a:r>
            <a:endParaRPr lang="en-US" dirty="0">
              <a:cs typeface="+mj-cs"/>
            </a:endParaRPr>
          </a:p>
        </p:txBody>
      </p:sp>
      <mc:AlternateContent xmlns:mc="http://schemas.openxmlformats.org/markup-compatibility/2006">
        <mc:Choice xmlns:a14="http://schemas.microsoft.com/office/drawing/2010/main" xmlns="" Requires="a14">
          <p:sp>
            <p:nvSpPr>
              <p:cNvPr id="44035" name="Rectangle 3">
                <a:extLst>
                  <a:ext uri="{FF2B5EF4-FFF2-40B4-BE49-F238E27FC236}">
                    <a16:creationId xmlns:a16="http://schemas.microsoft.com/office/drawing/2014/main" id="{14EC38C6-8F27-4C54-B15E-875213CD1984}"/>
                  </a:ext>
                </a:extLst>
              </p:cNvPr>
              <p:cNvSpPr>
                <a:spLocks noGrp="1" noChangeArrowheads="1"/>
              </p:cNvSpPr>
              <p:nvPr>
                <p:ph type="body" sz="half" idx="1"/>
              </p:nvPr>
            </p:nvSpPr>
            <p:spPr>
              <a:xfrm>
                <a:off x="457200" y="1143000"/>
                <a:ext cx="8382000" cy="5105400"/>
              </a:xfrm>
            </p:spPr>
            <p:txBody>
              <a:bodyPr/>
              <a:lstStyle/>
              <a:p>
                <a:pPr marL="342900" indent="-342900">
                  <a:buFont typeface="Monotype Sorts" charset="0"/>
                  <a:buChar char="l"/>
                  <a:defRPr/>
                </a:pPr>
                <a:r>
                  <a:rPr lang="en-US" sz="2000" dirty="0">
                    <a:cs typeface="+mn-cs"/>
                  </a:rPr>
                  <a:t>Gain Ratio: </a:t>
                </a:r>
              </a:p>
              <a:p>
                <a:pPr marL="742950" lvl="1" indent="-285750">
                  <a:buFont typeface="Arial" charset="0"/>
                  <a:buChar char="–"/>
                  <a:defRPr/>
                </a:pPr>
                <a:endParaRPr lang="en-US" sz="2000" dirty="0"/>
              </a:p>
              <a:p>
                <a:pPr marL="742950" lvl="1" indent="-285750">
                  <a:buFont typeface="Arial" charset="0"/>
                  <a:buChar char="–"/>
                  <a:defRPr/>
                </a:pPr>
                <a:endParaRPr lang="en-US" sz="2000" dirty="0"/>
              </a:p>
              <a:p>
                <a:pPr marL="1146175" lvl="2" indent="-228600">
                  <a:buFont typeface="Wingdings" charset="0"/>
                  <a:buChar char="u"/>
                  <a:defRPr/>
                </a:pPr>
                <a:endParaRPr lang="en-US" sz="1800" dirty="0"/>
              </a:p>
              <a:p>
                <a:pPr marL="1146175" lvl="2" indent="-228600">
                  <a:buFont typeface="Wingdings" charset="0"/>
                  <a:buChar char="u"/>
                  <a:defRPr/>
                </a:pPr>
                <a:endParaRPr lang="en-US" sz="1800" dirty="0"/>
              </a:p>
              <a:p>
                <a:pPr marL="457200" lvl="2">
                  <a:buFont typeface="Wingdings" charset="0"/>
                  <a:buNone/>
                  <a:defRPr/>
                </a:pPr>
                <a:r>
                  <a:rPr lang="en-US" sz="1800" dirty="0"/>
                  <a:t>	Parent Node, </a:t>
                </a:r>
                <a14:m>
                  <m:oMath xmlns:m="http://schemas.openxmlformats.org/officeDocument/2006/math">
                    <m:r>
                      <a:rPr lang="en-US" sz="1800" i="1">
                        <a:latin typeface="Cambria Math" panose="02040503050406030204" pitchFamily="18" charset="0"/>
                      </a:rPr>
                      <m:t>𝑝</m:t>
                    </m:r>
                  </m:oMath>
                </a14:m>
                <a:r>
                  <a:rPr lang="en-US" sz="1800" dirty="0"/>
                  <a:t> is split into </a:t>
                </a:r>
                <a14:m>
                  <m:oMath xmlns:m="http://schemas.openxmlformats.org/officeDocument/2006/math">
                    <m:r>
                      <a:rPr lang="en-US" sz="1800" i="1">
                        <a:latin typeface="Cambria Math" panose="02040503050406030204" pitchFamily="18" charset="0"/>
                      </a:rPr>
                      <m:t>𝑘</m:t>
                    </m:r>
                  </m:oMath>
                </a14:m>
                <a:r>
                  <a:rPr lang="en-US" sz="1800" dirty="0"/>
                  <a:t> partitions (children)</a:t>
                </a:r>
              </a:p>
              <a:p>
                <a:pPr marL="457200" lvl="2">
                  <a:buFont typeface="Wingdings" charset="0"/>
                  <a:buNone/>
                  <a:defRPr/>
                </a:pP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𝑛</m:t>
                        </m:r>
                      </m:e>
                      <m:sub>
                        <m:r>
                          <a:rPr lang="en-US" sz="1800" i="1">
                            <a:latin typeface="Cambria Math" panose="02040503050406030204" pitchFamily="18" charset="0"/>
                          </a:rPr>
                          <m:t>𝑖</m:t>
                        </m:r>
                      </m:sub>
                    </m:sSub>
                  </m:oMath>
                </a14:m>
                <a:r>
                  <a:rPr lang="en-US" sz="1800" dirty="0"/>
                  <a:t> is number of records in child node </a:t>
                </a:r>
                <a14:m>
                  <m:oMath xmlns:m="http://schemas.openxmlformats.org/officeDocument/2006/math">
                    <m:r>
                      <a:rPr lang="en-US" sz="1800" i="1">
                        <a:latin typeface="Cambria Math" panose="02040503050406030204" pitchFamily="18" charset="0"/>
                      </a:rPr>
                      <m:t>𝑖</m:t>
                    </m:r>
                  </m:oMath>
                </a14:m>
                <a:br>
                  <a:rPr lang="en-US" sz="1600" dirty="0">
                    <a:latin typeface="Times New Roman" charset="0"/>
                  </a:rPr>
                </a:br>
                <a:endParaRPr lang="en-US" sz="700" dirty="0"/>
              </a:p>
              <a:p>
                <a:pPr marL="742950" lvl="1" indent="-285750">
                  <a:buFont typeface="Arial" charset="0"/>
                  <a:buChar char="–"/>
                  <a:defRPr/>
                </a:pPr>
                <a:r>
                  <a:rPr lang="en-US" sz="2000" dirty="0"/>
                  <a:t>Adjusts Information Gain by the entropy of the partitioning (</a:t>
                </a:r>
                <a14:m>
                  <m:oMath xmlns:m="http://schemas.openxmlformats.org/officeDocument/2006/math">
                    <m:r>
                      <a:rPr lang="en-US" sz="2000" i="1">
                        <a:latin typeface="Cambria Math" panose="02040503050406030204" pitchFamily="18" charset="0"/>
                      </a:rPr>
                      <m:t>𝑆𝑝𝑙𝑖𝑡</m:t>
                    </m:r>
                    <m:r>
                      <a:rPr lang="en-US" sz="2000" i="1">
                        <a:latin typeface="Cambria Math" panose="02040503050406030204" pitchFamily="18" charset="0"/>
                      </a:rPr>
                      <m:t> </m:t>
                    </m:r>
                    <m:r>
                      <a:rPr lang="en-US" sz="2000" i="1">
                        <a:latin typeface="Cambria Math" panose="02040503050406030204" pitchFamily="18" charset="0"/>
                      </a:rPr>
                      <m:t>𝐼𝑛𝑓𝑜</m:t>
                    </m:r>
                  </m:oMath>
                </a14:m>
                <a:r>
                  <a:rPr lang="en-US" sz="2000" dirty="0"/>
                  <a:t>). </a:t>
                </a:r>
              </a:p>
              <a:p>
                <a:pPr marL="1146175" lvl="2" indent="-228600">
                  <a:buFont typeface="Wingdings" charset="0"/>
                  <a:buChar char="u"/>
                  <a:defRPr/>
                </a:pPr>
                <a:r>
                  <a:rPr lang="en-US" sz="1800" dirty="0"/>
                  <a:t>Higher entropy partitioning (large number of small partitions) is penalized!</a:t>
                </a:r>
              </a:p>
              <a:p>
                <a:pPr marL="742950" lvl="1" indent="-285750">
                  <a:buFont typeface="Arial" charset="0"/>
                  <a:buChar char="–"/>
                  <a:defRPr/>
                </a:pPr>
                <a:r>
                  <a:rPr lang="en-US" sz="2000" dirty="0"/>
                  <a:t>Used in C4.5 algorithm</a:t>
                </a:r>
              </a:p>
              <a:p>
                <a:pPr marL="742950" lvl="1" indent="-285750">
                  <a:buFont typeface="Arial" charset="0"/>
                  <a:buChar char="–"/>
                  <a:defRPr/>
                </a:pPr>
                <a:r>
                  <a:rPr lang="en-US" sz="2000" dirty="0"/>
                  <a:t>Designed to overcome the disadvantage of Information Gain</a:t>
                </a:r>
              </a:p>
            </p:txBody>
          </p:sp>
        </mc:Choice>
        <mc:Fallback>
          <p:sp>
            <p:nvSpPr>
              <p:cNvPr id="44035" name="Rectangle 3">
                <a:extLst>
                  <a:ext uri="{FF2B5EF4-FFF2-40B4-BE49-F238E27FC236}">
                    <a16:creationId xmlns:a16="http://schemas.microsoft.com/office/drawing/2014/main" xmlns="" xmlns:a14="http://schemas.microsoft.com/office/drawing/2010/main" id="{14EC38C6-8F27-4C54-B15E-875213CD1984}"/>
                  </a:ext>
                </a:extLst>
              </p:cNvPr>
              <p:cNvSpPr>
                <a:spLocks noGrp="1" noRot="1" noChangeAspect="1" noMove="1" noResize="1" noEditPoints="1" noAdjustHandles="1" noChangeArrowheads="1" noChangeShapeType="1" noTextEdit="1"/>
              </p:cNvSpPr>
              <p:nvPr>
                <p:ph type="body" sz="half" idx="1"/>
              </p:nvPr>
            </p:nvSpPr>
            <p:spPr>
              <a:xfrm>
                <a:off x="457200" y="1143000"/>
                <a:ext cx="8382000" cy="5105400"/>
              </a:xfrm>
              <a:blipFill>
                <a:blip r:embed="rId2" cstate="print"/>
                <a:stretch>
                  <a:fillRect l="-73" t="-597"/>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xmlns="" id="{0090C68F-7702-4E57-ABCE-34ED6D6A9A9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ACE5C30-9B5F-4C45-B173-C6E33407D55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4B18E488-AD0F-4740-A6A8-8344B45A5C39}"/>
              </a:ext>
            </a:extLst>
          </p:cNvPr>
          <p:cNvSpPr>
            <a:spLocks noGrp="1"/>
          </p:cNvSpPr>
          <p:nvPr>
            <p:ph type="sldNum" sz="quarter" idx="12"/>
          </p:nvPr>
        </p:nvSpPr>
        <p:spPr/>
        <p:txBody>
          <a:bodyPr/>
          <a:lstStyle/>
          <a:p>
            <a:pPr>
              <a:defRPr/>
            </a:pPr>
            <a:fld id="{9E367312-112F-4E03-894C-4187335F9BE3}" type="slidenum">
              <a:rPr lang="en-US"/>
              <a:pPr>
                <a:defRPr/>
              </a:pPr>
              <a:t>48</a:t>
            </a:fld>
            <a:endParaRPr lang="en-US"/>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6F11D27D-8A15-4706-B134-F62DBFCA9F71}"/>
                  </a:ext>
                </a:extLst>
              </p:cNvPr>
              <p:cNvSpPr txBox="1"/>
              <p:nvPr/>
            </p:nvSpPr>
            <p:spPr>
              <a:xfrm>
                <a:off x="1219200" y="1752600"/>
                <a:ext cx="6818662" cy="8717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𝐺𝑎𝑖𝑛</m:t>
                      </m:r>
                      <m:r>
                        <a:rPr lang="en-US" sz="2000" b="0" i="1" smtClean="0">
                          <a:latin typeface="Cambria Math" panose="02040503050406030204" pitchFamily="18" charset="0"/>
                        </a:rPr>
                        <m:t> </m:t>
                      </m:r>
                      <m:r>
                        <a:rPr lang="en-US" sz="2000" b="0" i="1" smtClean="0">
                          <a:latin typeface="Cambria Math" panose="02040503050406030204" pitchFamily="18" charset="0"/>
                        </a:rPr>
                        <m:t>𝑅𝑎𝑡𝑖𝑜</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𝐺𝑎𝑖</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𝑠𝑝𝑙𝑖𝑡</m:t>
                              </m:r>
                            </m:sub>
                          </m:sSub>
                        </m:num>
                        <m:den>
                          <m:r>
                            <a:rPr lang="en-US" sz="2000" b="0" i="1" smtClean="0">
                              <a:latin typeface="Cambria Math" panose="02040503050406030204" pitchFamily="18" charset="0"/>
                            </a:rPr>
                            <m:t>𝑆𝑝𝑙𝑖𝑡</m:t>
                          </m:r>
                          <m:r>
                            <a:rPr lang="en-US" sz="2000" b="0" i="1" smtClean="0">
                              <a:latin typeface="Cambria Math" panose="02040503050406030204" pitchFamily="18" charset="0"/>
                            </a:rPr>
                            <m:t> </m:t>
                          </m:r>
                          <m:r>
                            <a:rPr lang="en-US" sz="2000" b="0" i="1" smtClean="0">
                              <a:latin typeface="Cambria Math" panose="02040503050406030204" pitchFamily="18" charset="0"/>
                            </a:rPr>
                            <m:t>𝐼𝑛𝑓𝑜</m:t>
                          </m:r>
                        </m:den>
                      </m:f>
                      <m:r>
                        <a:rPr lang="en-US" sz="2000" b="0" i="1" smtClean="0">
                          <a:latin typeface="Cambria Math" panose="02040503050406030204" pitchFamily="18" charset="0"/>
                        </a:rPr>
                        <m:t>               </m:t>
                      </m:r>
                      <m:r>
                        <a:rPr lang="en-US" sz="2000" b="0" i="1" smtClean="0">
                          <a:latin typeface="Cambria Math" panose="02040503050406030204" pitchFamily="18" charset="0"/>
                        </a:rPr>
                        <m:t>𝑆𝑝𝑙𝑖𝑡</m:t>
                      </m:r>
                      <m:r>
                        <a:rPr lang="en-US" sz="2000" b="0" i="1" smtClean="0">
                          <a:latin typeface="Cambria Math" panose="02040503050406030204" pitchFamily="18" charset="0"/>
                        </a:rPr>
                        <m:t> </m:t>
                      </m:r>
                      <m:r>
                        <a:rPr lang="en-US" sz="2000" b="0" i="1" smtClean="0">
                          <a:latin typeface="Cambria Math" panose="02040503050406030204" pitchFamily="18" charset="0"/>
                        </a:rPr>
                        <m:t>𝐼𝑛𝑓𝑜</m:t>
                      </m:r>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𝑘</m:t>
                          </m:r>
                        </m:sup>
                        <m:e>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𝑛</m:t>
                                  </m:r>
                                </m:e>
                                <m:sub>
                                  <m:r>
                                    <a:rPr lang="en-US" sz="2000" b="0" i="1">
                                      <a:latin typeface="Cambria Math" panose="02040503050406030204" pitchFamily="18" charset="0"/>
                                    </a:rPr>
                                    <m:t>𝑖</m:t>
                                  </m:r>
                                </m:sub>
                              </m:sSub>
                            </m:num>
                            <m:den>
                              <m:r>
                                <a:rPr lang="en-US" sz="2000" b="0" i="1">
                                  <a:latin typeface="Cambria Math" panose="02040503050406030204" pitchFamily="18" charset="0"/>
                                </a:rPr>
                                <m:t>𝑛</m:t>
                              </m:r>
                            </m:den>
                          </m:f>
                          <m:r>
                            <a:rPr lang="en-US" sz="2000" b="0" i="1" smtClean="0">
                              <a:latin typeface="Cambria Math" panose="02040503050406030204" pitchFamily="18" charset="0"/>
                            </a:rPr>
                            <m:t>𝑙𝑜</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2</m:t>
                              </m:r>
                            </m:sub>
                          </m:sSub>
                        </m:e>
                      </m:nary>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𝑛</m:t>
                              </m:r>
                            </m:e>
                            <m:sub>
                              <m:r>
                                <a:rPr lang="en-US" sz="2000" b="0" i="1">
                                  <a:latin typeface="Cambria Math" panose="02040503050406030204" pitchFamily="18" charset="0"/>
                                </a:rPr>
                                <m:t>𝑖</m:t>
                              </m:r>
                            </m:sub>
                          </m:sSub>
                        </m:num>
                        <m:den>
                          <m:r>
                            <a:rPr lang="en-US" sz="2000" b="0" i="1">
                              <a:latin typeface="Cambria Math" panose="02040503050406030204" pitchFamily="18" charset="0"/>
                            </a:rPr>
                            <m:t>𝑛</m:t>
                          </m:r>
                        </m:den>
                      </m:f>
                    </m:oMath>
                  </m:oMathPara>
                </a14:m>
                <a:endParaRPr lang="en-US" sz="2000" b="0" dirty="0"/>
              </a:p>
            </p:txBody>
          </p:sp>
        </mc:Choice>
        <mc:Fallback>
          <p:sp>
            <p:nvSpPr>
              <p:cNvPr id="5" name="TextBox 4">
                <a:extLst>
                  <a:ext uri="{FF2B5EF4-FFF2-40B4-BE49-F238E27FC236}">
                    <a16:creationId xmlns:a16="http://schemas.microsoft.com/office/drawing/2014/main" xmlns="" xmlns:a14="http://schemas.microsoft.com/office/drawing/2010/main" id="{6F11D27D-8A15-4706-B134-F62DBFCA9F71}"/>
                  </a:ext>
                </a:extLst>
              </p:cNvPr>
              <p:cNvSpPr txBox="1">
                <a:spLocks noRot="1" noChangeAspect="1" noMove="1" noResize="1" noEditPoints="1" noAdjustHandles="1" noChangeArrowheads="1" noChangeShapeType="1" noTextEdit="1"/>
              </p:cNvSpPr>
              <p:nvPr/>
            </p:nvSpPr>
            <p:spPr>
              <a:xfrm>
                <a:off x="1219200" y="1752600"/>
                <a:ext cx="6818662" cy="871713"/>
              </a:xfrm>
              <a:prstGeom prst="rect">
                <a:avLst/>
              </a:prstGeom>
              <a:blipFill>
                <a:blip r:embed="rId3" cstate="print"/>
                <a:stretch>
                  <a:fillRect/>
                </a:stretch>
              </a:blipFill>
            </p:spPr>
            <p:txBody>
              <a:bodyPr/>
              <a:lstStyle/>
              <a:p>
                <a:r>
                  <a:rPr 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xmlns="" id="{E4B08A4D-FAC4-4617-9104-1E9502D34C7A}"/>
              </a:ext>
            </a:extLst>
          </p:cNvPr>
          <p:cNvSpPr>
            <a:spLocks noGrp="1" noChangeArrowheads="1"/>
          </p:cNvSpPr>
          <p:nvPr>
            <p:ph type="title"/>
          </p:nvPr>
        </p:nvSpPr>
        <p:spPr/>
        <p:txBody>
          <a:bodyPr/>
          <a:lstStyle/>
          <a:p>
            <a:pPr>
              <a:defRPr/>
            </a:pPr>
            <a:r>
              <a:rPr lang="en-US" sz="2800">
                <a:cs typeface="+mj-cs"/>
              </a:rPr>
              <a:t>Gain Ratio</a:t>
            </a:r>
            <a:endParaRPr lang="en-US">
              <a:cs typeface="+mj-cs"/>
            </a:endParaRPr>
          </a:p>
        </p:txBody>
      </p:sp>
      <mc:AlternateContent xmlns:mc="http://schemas.openxmlformats.org/markup-compatibility/2006">
        <mc:Choice xmlns:a14="http://schemas.microsoft.com/office/drawing/2010/main" xmlns="" Requires="a14">
          <p:sp>
            <p:nvSpPr>
              <p:cNvPr id="45059" name="Rectangle 3">
                <a:extLst>
                  <a:ext uri="{FF2B5EF4-FFF2-40B4-BE49-F238E27FC236}">
                    <a16:creationId xmlns:a16="http://schemas.microsoft.com/office/drawing/2014/main" id="{F56CF081-BF00-4DB6-B3EA-A05FAB22FD90}"/>
                  </a:ext>
                </a:extLst>
              </p:cNvPr>
              <p:cNvSpPr>
                <a:spLocks noGrp="1" noChangeArrowheads="1"/>
              </p:cNvSpPr>
              <p:nvPr>
                <p:ph type="body" sz="half" idx="1"/>
              </p:nvPr>
            </p:nvSpPr>
            <p:spPr>
              <a:xfrm>
                <a:off x="457200" y="1143000"/>
                <a:ext cx="8382000" cy="5105400"/>
              </a:xfrm>
            </p:spPr>
            <p:txBody>
              <a:bodyPr/>
              <a:lstStyle/>
              <a:p>
                <a:pPr marL="342900" indent="-342900">
                  <a:buFont typeface="Monotype Sorts" charset="0"/>
                  <a:buChar char="l"/>
                  <a:defRPr/>
                </a:pPr>
                <a:r>
                  <a:rPr lang="en-US" sz="2000" dirty="0">
                    <a:cs typeface="+mn-cs"/>
                  </a:rPr>
                  <a:t>Gain Ratio: </a:t>
                </a:r>
              </a:p>
              <a:p>
                <a:pPr marL="742950" lvl="1" indent="-285750">
                  <a:buFont typeface="Arial" charset="0"/>
                  <a:buChar char="–"/>
                  <a:defRPr/>
                </a:pPr>
                <a:endParaRPr lang="en-US" sz="2000" dirty="0"/>
              </a:p>
              <a:p>
                <a:pPr marL="742950" lvl="1" indent="-285750">
                  <a:buFont typeface="Arial" charset="0"/>
                  <a:buChar char="–"/>
                  <a:defRPr/>
                </a:pPr>
                <a:endParaRPr lang="en-US" sz="2000" dirty="0"/>
              </a:p>
              <a:p>
                <a:pPr marL="1146175" lvl="2" indent="-228600">
                  <a:buFont typeface="Wingdings" charset="0"/>
                  <a:buChar char="u"/>
                  <a:defRPr/>
                </a:pPr>
                <a:endParaRPr lang="en-US" sz="1800" dirty="0"/>
              </a:p>
              <a:p>
                <a:pPr marL="1146175" lvl="2" indent="-228600">
                  <a:buFont typeface="Wingdings" charset="0"/>
                  <a:buChar char="u"/>
                  <a:defRPr/>
                </a:pPr>
                <a:endParaRPr lang="en-US" sz="1800" dirty="0"/>
              </a:p>
              <a:p>
                <a:pPr marL="457200" lvl="2">
                  <a:buFont typeface="Wingdings" charset="0"/>
                  <a:buNone/>
                  <a:defRPr/>
                </a:pPr>
                <a:r>
                  <a:rPr lang="en-US" sz="1800" dirty="0"/>
                  <a:t>	Parent Node, </a:t>
                </a:r>
                <a14:m>
                  <m:oMath xmlns:m="http://schemas.openxmlformats.org/officeDocument/2006/math">
                    <m:r>
                      <a:rPr lang="en-US" sz="1800" i="1">
                        <a:latin typeface="Cambria Math" panose="02040503050406030204" pitchFamily="18" charset="0"/>
                      </a:rPr>
                      <m:t>𝑝</m:t>
                    </m:r>
                  </m:oMath>
                </a14:m>
                <a:r>
                  <a:rPr lang="en-US" sz="1800" dirty="0"/>
                  <a:t> is split into </a:t>
                </a:r>
                <a14:m>
                  <m:oMath xmlns:m="http://schemas.openxmlformats.org/officeDocument/2006/math">
                    <m:r>
                      <a:rPr lang="en-US" sz="1800" i="1">
                        <a:latin typeface="Cambria Math" panose="02040503050406030204" pitchFamily="18" charset="0"/>
                      </a:rPr>
                      <m:t>𝑘</m:t>
                    </m:r>
                  </m:oMath>
                </a14:m>
                <a:r>
                  <a:rPr lang="en-US" sz="1800" dirty="0"/>
                  <a:t> partitions (children)</a:t>
                </a:r>
              </a:p>
              <a:p>
                <a:pPr marL="457200" lvl="2">
                  <a:buFont typeface="Wingdings" charset="0"/>
                  <a:buNone/>
                  <a:defRPr/>
                </a:pP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𝑛</m:t>
                        </m:r>
                      </m:e>
                      <m:sub>
                        <m:r>
                          <a:rPr lang="en-US" sz="1800" i="1">
                            <a:latin typeface="Cambria Math" panose="02040503050406030204" pitchFamily="18" charset="0"/>
                          </a:rPr>
                          <m:t>𝑖</m:t>
                        </m:r>
                      </m:sub>
                    </m:sSub>
                  </m:oMath>
                </a14:m>
                <a:r>
                  <a:rPr lang="en-US" sz="1800" dirty="0"/>
                  <a:t> is number of records in child node </a:t>
                </a:r>
                <a14:m>
                  <m:oMath xmlns:m="http://schemas.openxmlformats.org/officeDocument/2006/math">
                    <m:r>
                      <a:rPr lang="en-US" sz="1800" i="1">
                        <a:latin typeface="Cambria Math" panose="02040503050406030204" pitchFamily="18" charset="0"/>
                      </a:rPr>
                      <m:t>𝑖</m:t>
                    </m:r>
                  </m:oMath>
                </a14:m>
                <a:br>
                  <a:rPr lang="en-US" sz="1600" dirty="0">
                    <a:latin typeface="Times New Roman" charset="0"/>
                  </a:rPr>
                </a:br>
                <a:endParaRPr lang="en-US" sz="700" dirty="0"/>
              </a:p>
              <a:p>
                <a:pPr marL="1146175" lvl="2" indent="-228600">
                  <a:buFont typeface="Wingdings" charset="0"/>
                  <a:buNone/>
                  <a:defRPr/>
                </a:pPr>
                <a:endParaRPr lang="en-US" sz="700" dirty="0"/>
              </a:p>
            </p:txBody>
          </p:sp>
        </mc:Choice>
        <mc:Fallback>
          <p:sp>
            <p:nvSpPr>
              <p:cNvPr id="45059" name="Rectangle 3">
                <a:extLst>
                  <a:ext uri="{FF2B5EF4-FFF2-40B4-BE49-F238E27FC236}">
                    <a16:creationId xmlns:a16="http://schemas.microsoft.com/office/drawing/2014/main" xmlns="" xmlns:a14="http://schemas.microsoft.com/office/drawing/2010/main" id="{F56CF081-BF00-4DB6-B3EA-A05FAB22FD90}"/>
                  </a:ext>
                </a:extLst>
              </p:cNvPr>
              <p:cNvSpPr>
                <a:spLocks noGrp="1" noRot="1" noChangeAspect="1" noMove="1" noResize="1" noEditPoints="1" noAdjustHandles="1" noChangeArrowheads="1" noChangeShapeType="1" noTextEdit="1"/>
              </p:cNvSpPr>
              <p:nvPr>
                <p:ph type="body" sz="half" idx="1"/>
              </p:nvPr>
            </p:nvSpPr>
            <p:spPr>
              <a:xfrm>
                <a:off x="457200" y="1143000"/>
                <a:ext cx="8382000" cy="5105400"/>
              </a:xfrm>
              <a:blipFill>
                <a:blip r:embed="rId3" cstate="print"/>
                <a:stretch>
                  <a:fillRect l="-73" t="-597"/>
                </a:stretch>
              </a:blipFill>
            </p:spPr>
            <p:txBody>
              <a:bodyPr/>
              <a:lstStyle/>
              <a:p>
                <a:r>
                  <a:rPr lang="en-US">
                    <a:noFill/>
                  </a:rPr>
                  <a:t> </a:t>
                </a:r>
              </a:p>
            </p:txBody>
          </p:sp>
        </mc:Fallback>
      </mc:AlternateContent>
      <p:graphicFrame>
        <p:nvGraphicFramePr>
          <p:cNvPr id="56325" name="Object 4">
            <a:extLst>
              <a:ext uri="{FF2B5EF4-FFF2-40B4-BE49-F238E27FC236}">
                <a16:creationId xmlns:a16="http://schemas.microsoft.com/office/drawing/2014/main" xmlns="" id="{82A85856-AB65-4AD2-8217-D0CC0498B3AE}"/>
              </a:ext>
            </a:extLst>
          </p:cNvPr>
          <p:cNvGraphicFramePr>
            <a:graphicFrameLocks noChangeAspect="1"/>
          </p:cNvGraphicFramePr>
          <p:nvPr/>
        </p:nvGraphicFramePr>
        <p:xfrm>
          <a:off x="3657600" y="4110038"/>
          <a:ext cx="2570163" cy="1757362"/>
        </p:xfrm>
        <a:graphic>
          <a:graphicData uri="http://schemas.openxmlformats.org/presentationml/2006/ole">
            <p:oleObj spid="_x0000_s56590" name="Document" r:id="rId4" imgW="5857557" imgH="4004015" progId="Word.Document.8">
              <p:embed/>
            </p:oleObj>
          </a:graphicData>
        </a:graphic>
      </p:graphicFrame>
      <p:graphicFrame>
        <p:nvGraphicFramePr>
          <p:cNvPr id="56326" name="Object 5">
            <a:extLst>
              <a:ext uri="{FF2B5EF4-FFF2-40B4-BE49-F238E27FC236}">
                <a16:creationId xmlns:a16="http://schemas.microsoft.com/office/drawing/2014/main" xmlns="" id="{8638D4C7-8914-4DA0-BE51-37BE3BB3E1A5}"/>
              </a:ext>
            </a:extLst>
          </p:cNvPr>
          <p:cNvGraphicFramePr>
            <a:graphicFrameLocks noChangeAspect="1"/>
          </p:cNvGraphicFramePr>
          <p:nvPr/>
        </p:nvGraphicFramePr>
        <p:xfrm>
          <a:off x="6421438" y="4105275"/>
          <a:ext cx="2570162" cy="1757363"/>
        </p:xfrm>
        <a:graphic>
          <a:graphicData uri="http://schemas.openxmlformats.org/presentationml/2006/ole">
            <p:oleObj spid="_x0000_s56591" name="Document" r:id="rId5" imgW="5857557" imgH="4004015" progId="Word.Document.8">
              <p:embed/>
            </p:oleObj>
          </a:graphicData>
        </a:graphic>
      </p:graphicFrame>
      <p:graphicFrame>
        <p:nvGraphicFramePr>
          <p:cNvPr id="56327" name="Object 6">
            <a:extLst>
              <a:ext uri="{FF2B5EF4-FFF2-40B4-BE49-F238E27FC236}">
                <a16:creationId xmlns:a16="http://schemas.microsoft.com/office/drawing/2014/main" xmlns="" id="{2FB02977-C4A8-457C-A006-90F1908705E2}"/>
              </a:ext>
            </a:extLst>
          </p:cNvPr>
          <p:cNvGraphicFramePr>
            <a:graphicFrameLocks noChangeAspect="1"/>
          </p:cNvGraphicFramePr>
          <p:nvPr/>
        </p:nvGraphicFramePr>
        <p:xfrm>
          <a:off x="304800" y="4110038"/>
          <a:ext cx="3048000" cy="1570037"/>
        </p:xfrm>
        <a:graphic>
          <a:graphicData uri="http://schemas.openxmlformats.org/presentationml/2006/ole">
            <p:oleObj spid="_x0000_s56592" name="Document" r:id="rId6" imgW="6215424" imgH="3189895" progId="Word.Document.8">
              <p:embed/>
            </p:oleObj>
          </a:graphicData>
        </a:graphic>
      </p:graphicFrame>
      <p:sp>
        <p:nvSpPr>
          <p:cNvPr id="56328" name="TextBox 1">
            <a:extLst>
              <a:ext uri="{FF2B5EF4-FFF2-40B4-BE49-F238E27FC236}">
                <a16:creationId xmlns:a16="http://schemas.microsoft.com/office/drawing/2014/main" xmlns="" id="{090AD5D0-5642-42A0-8C88-3BEB7A45ACDA}"/>
              </a:ext>
            </a:extLst>
          </p:cNvPr>
          <p:cNvSpPr txBox="1">
            <a:spLocks noChangeArrowheads="1"/>
          </p:cNvSpPr>
          <p:nvPr/>
        </p:nvSpPr>
        <p:spPr bwMode="auto">
          <a:xfrm>
            <a:off x="914400" y="5681663"/>
            <a:ext cx="1755775"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600"/>
              <a:t>SplitINFO = 1.52</a:t>
            </a:r>
          </a:p>
        </p:txBody>
      </p:sp>
      <p:sp>
        <p:nvSpPr>
          <p:cNvPr id="56329" name="TextBox 12">
            <a:extLst>
              <a:ext uri="{FF2B5EF4-FFF2-40B4-BE49-F238E27FC236}">
                <a16:creationId xmlns:a16="http://schemas.microsoft.com/office/drawing/2014/main" xmlns="" id="{1FC54095-8ED7-4667-8FC3-853D0EC4BE4B}"/>
              </a:ext>
            </a:extLst>
          </p:cNvPr>
          <p:cNvSpPr txBox="1">
            <a:spLocks noChangeArrowheads="1"/>
          </p:cNvSpPr>
          <p:nvPr/>
        </p:nvSpPr>
        <p:spPr bwMode="auto">
          <a:xfrm>
            <a:off x="3886200" y="5681663"/>
            <a:ext cx="1755775"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600"/>
              <a:t>SplitINFO = 0.72</a:t>
            </a:r>
          </a:p>
        </p:txBody>
      </p:sp>
      <p:sp>
        <p:nvSpPr>
          <p:cNvPr id="56330" name="TextBox 13">
            <a:extLst>
              <a:ext uri="{FF2B5EF4-FFF2-40B4-BE49-F238E27FC236}">
                <a16:creationId xmlns:a16="http://schemas.microsoft.com/office/drawing/2014/main" xmlns="" id="{837FF49B-9493-4585-B527-212E5EF400DF}"/>
              </a:ext>
            </a:extLst>
          </p:cNvPr>
          <p:cNvSpPr txBox="1">
            <a:spLocks noChangeArrowheads="1"/>
          </p:cNvSpPr>
          <p:nvPr/>
        </p:nvSpPr>
        <p:spPr bwMode="auto">
          <a:xfrm>
            <a:off x="6629400" y="5638800"/>
            <a:ext cx="1755775"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600"/>
              <a:t>SplitINFO = 0.97</a:t>
            </a:r>
          </a:p>
        </p:txBody>
      </p:sp>
      <p:sp>
        <p:nvSpPr>
          <p:cNvPr id="2" name="Date Placeholder 1">
            <a:extLst>
              <a:ext uri="{FF2B5EF4-FFF2-40B4-BE49-F238E27FC236}">
                <a16:creationId xmlns:a16="http://schemas.microsoft.com/office/drawing/2014/main" xmlns="" id="{39FAFC36-C6FD-42D2-AA15-5E50B80921E8}"/>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F9322DD0-FD6E-471C-AF03-F769584CBBE4}"/>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F420CA6-8E96-40B5-810E-1D33260839C8}"/>
              </a:ext>
            </a:extLst>
          </p:cNvPr>
          <p:cNvSpPr>
            <a:spLocks noGrp="1"/>
          </p:cNvSpPr>
          <p:nvPr>
            <p:ph type="sldNum" sz="quarter" idx="12"/>
          </p:nvPr>
        </p:nvSpPr>
        <p:spPr/>
        <p:txBody>
          <a:bodyPr/>
          <a:lstStyle/>
          <a:p>
            <a:pPr>
              <a:defRPr/>
            </a:pPr>
            <a:fld id="{08268759-9D09-4BF4-8B94-60AA69D680E6}" type="slidenum">
              <a:rPr lang="en-US"/>
              <a:pPr>
                <a:defRPr/>
              </a:pPr>
              <a:t>49</a:t>
            </a:fld>
            <a:endParaRPr lang="en-US"/>
          </a:p>
        </p:txBody>
      </p:sp>
      <mc:AlternateContent xmlns:mc="http://schemas.openxmlformats.org/markup-compatibility/2006">
        <mc:Choice xmlns:a14="http://schemas.microsoft.com/office/drawing/2010/main" xmlns="" Requires="a14">
          <p:sp>
            <p:nvSpPr>
              <p:cNvPr id="18" name="TextBox 17">
                <a:extLst>
                  <a:ext uri="{FF2B5EF4-FFF2-40B4-BE49-F238E27FC236}">
                    <a16:creationId xmlns:a16="http://schemas.microsoft.com/office/drawing/2014/main" id="{F5F59673-0A01-497D-9CE4-7A682E61BEA3}"/>
                  </a:ext>
                </a:extLst>
              </p:cNvPr>
              <p:cNvSpPr txBox="1"/>
              <p:nvPr/>
            </p:nvSpPr>
            <p:spPr>
              <a:xfrm>
                <a:off x="1219200" y="1752600"/>
                <a:ext cx="6818662" cy="87171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𝐺𝑎𝑖𝑛</m:t>
                      </m:r>
                      <m:r>
                        <a:rPr lang="en-US" sz="2000" b="0" i="1" smtClean="0">
                          <a:latin typeface="Cambria Math" panose="02040503050406030204" pitchFamily="18" charset="0"/>
                        </a:rPr>
                        <m:t> </m:t>
                      </m:r>
                      <m:r>
                        <a:rPr lang="en-US" sz="2000" b="0" i="1" smtClean="0">
                          <a:latin typeface="Cambria Math" panose="02040503050406030204" pitchFamily="18" charset="0"/>
                        </a:rPr>
                        <m:t>𝑅𝑎𝑡𝑖𝑜</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𝐺𝑎𝑖</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𝑠𝑝𝑙𝑖𝑡</m:t>
                              </m:r>
                            </m:sub>
                          </m:sSub>
                        </m:num>
                        <m:den>
                          <m:r>
                            <a:rPr lang="en-US" sz="2000" b="0" i="1" smtClean="0">
                              <a:latin typeface="Cambria Math" panose="02040503050406030204" pitchFamily="18" charset="0"/>
                            </a:rPr>
                            <m:t>𝑆𝑝𝑙𝑖𝑡</m:t>
                          </m:r>
                          <m:r>
                            <a:rPr lang="en-US" sz="2000" b="0" i="1" smtClean="0">
                              <a:latin typeface="Cambria Math" panose="02040503050406030204" pitchFamily="18" charset="0"/>
                            </a:rPr>
                            <m:t> </m:t>
                          </m:r>
                          <m:r>
                            <a:rPr lang="en-US" sz="2000" b="0" i="1" smtClean="0">
                              <a:latin typeface="Cambria Math" panose="02040503050406030204" pitchFamily="18" charset="0"/>
                            </a:rPr>
                            <m:t>𝐼𝑛𝑓𝑜</m:t>
                          </m:r>
                        </m:den>
                      </m:f>
                      <m:r>
                        <a:rPr lang="en-US" sz="2000" b="0" i="1" smtClean="0">
                          <a:latin typeface="Cambria Math" panose="02040503050406030204" pitchFamily="18" charset="0"/>
                        </a:rPr>
                        <m:t>               </m:t>
                      </m:r>
                      <m:r>
                        <a:rPr lang="en-US" sz="2000" b="0" i="1" smtClean="0">
                          <a:latin typeface="Cambria Math" panose="02040503050406030204" pitchFamily="18" charset="0"/>
                        </a:rPr>
                        <m:t>𝑆𝑝𝑙𝑖𝑡</m:t>
                      </m:r>
                      <m:r>
                        <a:rPr lang="en-US" sz="2000" b="0" i="1" smtClean="0">
                          <a:latin typeface="Cambria Math" panose="02040503050406030204" pitchFamily="18" charset="0"/>
                        </a:rPr>
                        <m:t> </m:t>
                      </m:r>
                      <m:r>
                        <a:rPr lang="en-US" sz="2000" b="0" i="1" smtClean="0">
                          <a:latin typeface="Cambria Math" panose="02040503050406030204" pitchFamily="18" charset="0"/>
                        </a:rPr>
                        <m:t>𝐼𝑛𝑓𝑜</m:t>
                      </m:r>
                      <m:r>
                        <a:rPr lang="en-US" sz="2000" b="0" i="1" smtClean="0">
                          <a:latin typeface="Cambria Math" panose="02040503050406030204" pitchFamily="18" charset="0"/>
                        </a:rPr>
                        <m:t>=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𝑘</m:t>
                          </m:r>
                        </m:sup>
                        <m:e>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𝑛</m:t>
                                  </m:r>
                                </m:e>
                                <m:sub>
                                  <m:r>
                                    <a:rPr lang="en-US" sz="2000" b="0" i="1">
                                      <a:latin typeface="Cambria Math" panose="02040503050406030204" pitchFamily="18" charset="0"/>
                                    </a:rPr>
                                    <m:t>𝑖</m:t>
                                  </m:r>
                                </m:sub>
                              </m:sSub>
                            </m:num>
                            <m:den>
                              <m:r>
                                <a:rPr lang="en-US" sz="2000" b="0" i="1">
                                  <a:latin typeface="Cambria Math" panose="02040503050406030204" pitchFamily="18" charset="0"/>
                                </a:rPr>
                                <m:t>𝑛</m:t>
                              </m:r>
                            </m:den>
                          </m:f>
                          <m:r>
                            <a:rPr lang="en-US" sz="2000" b="0" i="1" smtClean="0">
                              <a:latin typeface="Cambria Math" panose="02040503050406030204" pitchFamily="18" charset="0"/>
                            </a:rPr>
                            <m:t>𝑙𝑜</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2</m:t>
                              </m:r>
                            </m:sub>
                          </m:sSub>
                        </m:e>
                      </m:nary>
                      <m:f>
                        <m:fPr>
                          <m:ctrlPr>
                            <a:rPr lang="en-US" sz="2000" b="0" i="1">
                              <a:latin typeface="Cambria Math" panose="02040503050406030204" pitchFamily="18" charset="0"/>
                            </a:rPr>
                          </m:ctrlPr>
                        </m:fPr>
                        <m:num>
                          <m:sSub>
                            <m:sSubPr>
                              <m:ctrlPr>
                                <a:rPr lang="en-US" sz="2000" b="0" i="1">
                                  <a:latin typeface="Cambria Math" panose="02040503050406030204" pitchFamily="18" charset="0"/>
                                </a:rPr>
                              </m:ctrlPr>
                            </m:sSubPr>
                            <m:e>
                              <m:r>
                                <a:rPr lang="en-US" sz="2000" b="0" i="1">
                                  <a:latin typeface="Cambria Math" panose="02040503050406030204" pitchFamily="18" charset="0"/>
                                </a:rPr>
                                <m:t>𝑛</m:t>
                              </m:r>
                            </m:e>
                            <m:sub>
                              <m:r>
                                <a:rPr lang="en-US" sz="2000" b="0" i="1">
                                  <a:latin typeface="Cambria Math" panose="02040503050406030204" pitchFamily="18" charset="0"/>
                                </a:rPr>
                                <m:t>𝑖</m:t>
                              </m:r>
                            </m:sub>
                          </m:sSub>
                        </m:num>
                        <m:den>
                          <m:r>
                            <a:rPr lang="en-US" sz="2000" b="0" i="1">
                              <a:latin typeface="Cambria Math" panose="02040503050406030204" pitchFamily="18" charset="0"/>
                            </a:rPr>
                            <m:t>𝑛</m:t>
                          </m:r>
                        </m:den>
                      </m:f>
                    </m:oMath>
                  </m:oMathPara>
                </a14:m>
                <a:endParaRPr lang="en-US" sz="2000" b="0" dirty="0"/>
              </a:p>
            </p:txBody>
          </p:sp>
        </mc:Choice>
        <mc:Fallback>
          <p:sp>
            <p:nvSpPr>
              <p:cNvPr id="18" name="TextBox 17">
                <a:extLst>
                  <a:ext uri="{FF2B5EF4-FFF2-40B4-BE49-F238E27FC236}">
                    <a16:creationId xmlns:a16="http://schemas.microsoft.com/office/drawing/2014/main" xmlns="" xmlns:a14="http://schemas.microsoft.com/office/drawing/2010/main" id="{F5F59673-0A01-497D-9CE4-7A682E61BEA3}"/>
                  </a:ext>
                </a:extLst>
              </p:cNvPr>
              <p:cNvSpPr txBox="1">
                <a:spLocks noRot="1" noChangeAspect="1" noMove="1" noResize="1" noEditPoints="1" noAdjustHandles="1" noChangeArrowheads="1" noChangeShapeType="1" noTextEdit="1"/>
              </p:cNvSpPr>
              <p:nvPr/>
            </p:nvSpPr>
            <p:spPr>
              <a:xfrm>
                <a:off x="1219200" y="1752600"/>
                <a:ext cx="6818662" cy="871713"/>
              </a:xfrm>
              <a:prstGeom prst="rect">
                <a:avLst/>
              </a:prstGeom>
              <a:blipFill>
                <a:blip r:embed="rId7" cstate="print"/>
                <a:stretch>
                  <a:fillRect/>
                </a:stretch>
              </a:blipFill>
            </p:spPr>
            <p:txBody>
              <a:bodyPr/>
              <a:lstStyle/>
              <a:p>
                <a:r>
                  <a:rPr 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3D866F26-FADC-4DC3-8B26-F5BFD39B8C4C}"/>
              </a:ext>
            </a:extLst>
          </p:cNvPr>
          <p:cNvSpPr>
            <a:spLocks noGrp="1" noChangeArrowheads="1"/>
          </p:cNvSpPr>
          <p:nvPr>
            <p:ph type="title"/>
          </p:nvPr>
        </p:nvSpPr>
        <p:spPr>
          <a:xfrm>
            <a:off x="381000" y="152400"/>
            <a:ext cx="8534400" cy="533400"/>
          </a:xfrm>
        </p:spPr>
        <p:txBody>
          <a:bodyPr/>
          <a:lstStyle/>
          <a:p>
            <a:pPr>
              <a:defRPr/>
            </a:pPr>
            <a:r>
              <a:rPr lang="en-US" sz="2800">
                <a:cs typeface="+mj-cs"/>
              </a:rPr>
              <a:t>Measure of Impurity: Classification Error</a:t>
            </a:r>
            <a:endParaRPr lang="en-US">
              <a:cs typeface="+mj-cs"/>
            </a:endParaRPr>
          </a:p>
        </p:txBody>
      </p:sp>
      <mc:AlternateContent xmlns:mc="http://schemas.openxmlformats.org/markup-compatibility/2006">
        <mc:Choice xmlns:a14="http://schemas.microsoft.com/office/drawing/2010/main" xmlns="" Requires="a14">
          <p:sp>
            <p:nvSpPr>
              <p:cNvPr id="46083" name="Rectangle 3">
                <a:extLst>
                  <a:ext uri="{FF2B5EF4-FFF2-40B4-BE49-F238E27FC236}">
                    <a16:creationId xmlns:a16="http://schemas.microsoft.com/office/drawing/2014/main" id="{65C5A524-0CE4-4BF7-9AF0-750C19FE06DD}"/>
                  </a:ext>
                </a:extLst>
              </p:cNvPr>
              <p:cNvSpPr>
                <a:spLocks noGrp="1" noChangeArrowheads="1"/>
              </p:cNvSpPr>
              <p:nvPr>
                <p:ph type="body" idx="1"/>
              </p:nvPr>
            </p:nvSpPr>
            <p:spPr/>
            <p:txBody>
              <a:bodyPr/>
              <a:lstStyle/>
              <a:p>
                <a:pPr marL="342900" indent="-342900">
                  <a:buFont typeface="Monotype Sorts" charset="0"/>
                  <a:buChar char="l"/>
                  <a:defRPr/>
                </a:pPr>
                <a:r>
                  <a:rPr lang="en-US" dirty="0">
                    <a:cs typeface="+mn-cs"/>
                  </a:rPr>
                  <a:t>Classification error at a node </a:t>
                </a:r>
                <a14:m>
                  <m:oMath xmlns:m="http://schemas.openxmlformats.org/officeDocument/2006/math">
                    <m:r>
                      <a:rPr lang="en-US" i="1">
                        <a:latin typeface="Cambria Math" panose="02040503050406030204" pitchFamily="18" charset="0"/>
                      </a:rPr>
                      <m:t>𝑡</m:t>
                    </m:r>
                  </m:oMath>
                </a14:m>
                <a:endParaRPr lang="en-US" dirty="0">
                  <a:cs typeface="+mn-cs"/>
                </a:endParaRPr>
              </a:p>
              <a:p>
                <a:pPr marL="342900" indent="-342900">
                  <a:buFont typeface="Monotype Sorts" charset="0"/>
                  <a:buChar char="l"/>
                  <a:defRPr/>
                </a:pPr>
                <a:endParaRPr lang="en-US" dirty="0">
                  <a:cs typeface="+mn-cs"/>
                </a:endParaRPr>
              </a:p>
              <a:p>
                <a:pPr marL="342900" indent="-342900">
                  <a:buFont typeface="Monotype Sorts" charset="0"/>
                  <a:buChar char="l"/>
                  <a:defRPr/>
                </a:pPr>
                <a:endParaRPr lang="en-US" dirty="0">
                  <a:cs typeface="+mn-cs"/>
                </a:endParaRPr>
              </a:p>
              <a:p>
                <a:pPr marL="742950" lvl="1" indent="-285750">
                  <a:buFont typeface="Arial" charset="0"/>
                  <a:buChar char="–"/>
                  <a:defRPr/>
                </a:pPr>
                <a:endParaRPr lang="en-US" sz="2400" dirty="0"/>
              </a:p>
              <a:p>
                <a:pPr marL="742950" lvl="1" indent="-285750">
                  <a:buFont typeface="Arial" charset="0"/>
                  <a:buChar char="–"/>
                  <a:defRPr/>
                </a:pPr>
                <a:r>
                  <a:rPr lang="en-US" sz="2400" dirty="0"/>
                  <a:t>Maximum of </a:t>
                </a:r>
                <a14:m>
                  <m:oMath xmlns:m="http://schemas.openxmlformats.org/officeDocument/2006/math">
                    <m:r>
                      <a:rPr lang="en-US" sz="2400">
                        <a:latin typeface="Cambria Math" panose="02040503050406030204" pitchFamily="18" charset="0"/>
                      </a:rPr>
                      <m:t>1−1/</m:t>
                    </m:r>
                    <m:r>
                      <a:rPr lang="en-US" sz="2400" i="1">
                        <a:latin typeface="Cambria Math" panose="02040503050406030204" pitchFamily="18" charset="0"/>
                      </a:rPr>
                      <m:t>𝑐</m:t>
                    </m:r>
                    <m:r>
                      <a:rPr lang="en-US" sz="2400" i="1">
                        <a:latin typeface="Cambria Math" panose="02040503050406030204" pitchFamily="18" charset="0"/>
                      </a:rPr>
                      <m:t> </m:t>
                    </m:r>
                  </m:oMath>
                </a14:m>
                <a:r>
                  <a:rPr lang="en-US" sz="2400" dirty="0"/>
                  <a:t>when records are equally distributed among all classes, implying the least interesting situation</a:t>
                </a:r>
              </a:p>
              <a:p>
                <a:pPr marL="742950" lvl="1" indent="-285750">
                  <a:buFont typeface="Arial" charset="0"/>
                  <a:buChar char="–"/>
                  <a:defRPr/>
                </a:pPr>
                <a:r>
                  <a:rPr lang="en-US" sz="2400" dirty="0"/>
                  <a:t>Minimum of 0 when all records belong to one class, implying the most interesting situation</a:t>
                </a:r>
              </a:p>
            </p:txBody>
          </p:sp>
        </mc:Choice>
        <mc:Fallback>
          <p:sp>
            <p:nvSpPr>
              <p:cNvPr id="46083" name="Rectangle 3">
                <a:extLst>
                  <a:ext uri="{FF2B5EF4-FFF2-40B4-BE49-F238E27FC236}">
                    <a16:creationId xmlns:a16="http://schemas.microsoft.com/office/drawing/2014/main" xmlns="" xmlns:a14="http://schemas.microsoft.com/office/drawing/2010/main" id="{65C5A524-0CE4-4BF7-9AF0-750C19FE06DD}"/>
                  </a:ext>
                </a:extLst>
              </p:cNvPr>
              <p:cNvSpPr>
                <a:spLocks noGrp="1" noRot="1" noChangeAspect="1" noMove="1" noResize="1" noEditPoints="1" noAdjustHandles="1" noChangeArrowheads="1" noChangeShapeType="1" noTextEdit="1"/>
              </p:cNvSpPr>
              <p:nvPr>
                <p:ph type="body" idx="1"/>
              </p:nvPr>
            </p:nvSpPr>
            <p:spPr>
              <a:blipFill>
                <a:blip r:embed="rId2" cstate="print"/>
                <a:stretch>
                  <a:fillRect l="-513" t="-1294"/>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xmlns="" id="{4FE94231-EC7E-4712-8238-A33C4AAA483A}"/>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8F8608D-BB56-49C4-9747-DF039EF2DBC4}"/>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81C5A85C-18BE-430E-ADFA-9967598E8D8D}"/>
              </a:ext>
            </a:extLst>
          </p:cNvPr>
          <p:cNvSpPr>
            <a:spLocks noGrp="1"/>
          </p:cNvSpPr>
          <p:nvPr>
            <p:ph type="sldNum" sz="quarter" idx="12"/>
          </p:nvPr>
        </p:nvSpPr>
        <p:spPr/>
        <p:txBody>
          <a:bodyPr/>
          <a:lstStyle/>
          <a:p>
            <a:pPr>
              <a:defRPr/>
            </a:pPr>
            <a:fld id="{9293D3DE-3006-4CC2-9A91-7E4C80B6FDC9}" type="slidenum">
              <a:rPr lang="en-US"/>
              <a:pPr>
                <a:defRPr/>
              </a:pPr>
              <a:t>50</a:t>
            </a:fld>
            <a:endParaRPr lang="en-US"/>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0CAA0C4D-0C59-4BFA-A6F3-3CB425CAB844}"/>
                  </a:ext>
                </a:extLst>
              </p:cNvPr>
              <p:cNvSpPr txBox="1"/>
              <p:nvPr/>
            </p:nvSpPr>
            <p:spPr>
              <a:xfrm>
                <a:off x="1524000" y="2133600"/>
                <a:ext cx="4304768" cy="563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𝐸𝑟𝑟𝑜𝑟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limLow>
                        <m:limLowPr>
                          <m:ctrlPr>
                            <a:rPr lang="en-US" sz="2800" b="0" i="1" smtClean="0">
                              <a:latin typeface="Cambria Math" panose="02040503050406030204" pitchFamily="18" charset="0"/>
                            </a:rPr>
                          </m:ctrlPr>
                        </m:limLowPr>
                        <m:e>
                          <m:r>
                            <a:rPr lang="en-US" sz="2800" b="0" i="0" smtClean="0">
                              <a:latin typeface="Cambria Math" panose="02040503050406030204" pitchFamily="18" charset="0"/>
                            </a:rPr>
                            <m:t>1 −</m:t>
                          </m:r>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            </m:t>
                          </m:r>
                          <m:r>
                            <a:rPr lang="en-US" sz="2800" b="0" i="1" smtClean="0">
                              <a:latin typeface="Cambria Math" panose="02040503050406030204" pitchFamily="18" charset="0"/>
                            </a:rPr>
                            <m:t>𝑖</m:t>
                          </m:r>
                        </m:lim>
                      </m:limLow>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𝑖</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oMath>
                  </m:oMathPara>
                </a14:m>
                <a:endParaRPr lang="en-US" sz="2800" b="0" dirty="0"/>
              </a:p>
            </p:txBody>
          </p:sp>
        </mc:Choice>
        <mc:Fallback>
          <p:sp>
            <p:nvSpPr>
              <p:cNvPr id="5" name="TextBox 4">
                <a:extLst>
                  <a:ext uri="{FF2B5EF4-FFF2-40B4-BE49-F238E27FC236}">
                    <a16:creationId xmlns:a16="http://schemas.microsoft.com/office/drawing/2014/main" xmlns="" xmlns:a14="http://schemas.microsoft.com/office/drawing/2010/main" id="{0CAA0C4D-0C59-4BFA-A6F3-3CB425CAB844}"/>
                  </a:ext>
                </a:extLst>
              </p:cNvPr>
              <p:cNvSpPr txBox="1">
                <a:spLocks noRot="1" noChangeAspect="1" noMove="1" noResize="1" noEditPoints="1" noAdjustHandles="1" noChangeArrowheads="1" noChangeShapeType="1" noTextEdit="1"/>
              </p:cNvSpPr>
              <p:nvPr/>
            </p:nvSpPr>
            <p:spPr>
              <a:xfrm>
                <a:off x="1524000" y="2133600"/>
                <a:ext cx="4304768" cy="563680"/>
              </a:xfrm>
              <a:prstGeom prst="rect">
                <a:avLst/>
              </a:prstGeom>
              <a:blipFill>
                <a:blip r:embed="rId3" cstate="print"/>
                <a:stretch>
                  <a:fillRect/>
                </a:stretch>
              </a:blipFill>
            </p:spPr>
            <p:txBody>
              <a:bodyPr/>
              <a:lstStyle/>
              <a:p>
                <a:r>
                  <a:rPr 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xmlns="" id="{BAF0C745-CD98-4A1A-AB30-4315773BB376}"/>
              </a:ext>
            </a:extLst>
          </p:cNvPr>
          <p:cNvSpPr>
            <a:spLocks noGrp="1" noChangeArrowheads="1"/>
          </p:cNvSpPr>
          <p:nvPr>
            <p:ph type="title"/>
          </p:nvPr>
        </p:nvSpPr>
        <p:spPr/>
        <p:txBody>
          <a:bodyPr/>
          <a:lstStyle/>
          <a:p>
            <a:pPr>
              <a:defRPr/>
            </a:pPr>
            <a:r>
              <a:rPr lang="en-US">
                <a:cs typeface="+mj-cs"/>
              </a:rPr>
              <a:t>Computing Error of a Single Node</a:t>
            </a:r>
          </a:p>
        </p:txBody>
      </p:sp>
      <p:graphicFrame>
        <p:nvGraphicFramePr>
          <p:cNvPr id="58370" name="Object 3">
            <a:extLst>
              <a:ext uri="{FF2B5EF4-FFF2-40B4-BE49-F238E27FC236}">
                <a16:creationId xmlns:a16="http://schemas.microsoft.com/office/drawing/2014/main" xmlns="" id="{6A48B403-AB3C-4FD0-8E61-791D9E764EBF}"/>
              </a:ext>
            </a:extLst>
          </p:cNvPr>
          <p:cNvGraphicFramePr>
            <a:graphicFrameLocks noChangeAspect="1"/>
          </p:cNvGraphicFramePr>
          <p:nvPr/>
        </p:nvGraphicFramePr>
        <p:xfrm>
          <a:off x="304800" y="2339975"/>
          <a:ext cx="2362200" cy="936625"/>
        </p:xfrm>
        <a:graphic>
          <a:graphicData uri="http://schemas.openxmlformats.org/presentationml/2006/ole">
            <p:oleObj spid="_x0000_s58615" name="Document" r:id="rId3" imgW="3238500" imgH="1357884" progId="Word.Document.8">
              <p:embed/>
            </p:oleObj>
          </a:graphicData>
        </a:graphic>
      </p:graphicFrame>
      <p:graphicFrame>
        <p:nvGraphicFramePr>
          <p:cNvPr id="58371" name="Object 4">
            <a:extLst>
              <a:ext uri="{FF2B5EF4-FFF2-40B4-BE49-F238E27FC236}">
                <a16:creationId xmlns:a16="http://schemas.microsoft.com/office/drawing/2014/main" xmlns="" id="{7F74DCE7-9836-4233-8C29-3FB1164055F1}"/>
              </a:ext>
            </a:extLst>
          </p:cNvPr>
          <p:cNvGraphicFramePr>
            <a:graphicFrameLocks noChangeAspect="1"/>
          </p:cNvGraphicFramePr>
          <p:nvPr/>
        </p:nvGraphicFramePr>
        <p:xfrm>
          <a:off x="381000" y="5181600"/>
          <a:ext cx="2286000" cy="938213"/>
        </p:xfrm>
        <a:graphic>
          <a:graphicData uri="http://schemas.openxmlformats.org/presentationml/2006/ole">
            <p:oleObj spid="_x0000_s58616" name="Document" r:id="rId4" imgW="3238500" imgH="1382268" progId="Word.Document.8">
              <p:embed/>
            </p:oleObj>
          </a:graphicData>
        </a:graphic>
      </p:graphicFrame>
      <p:graphicFrame>
        <p:nvGraphicFramePr>
          <p:cNvPr id="58372" name="Object 5">
            <a:extLst>
              <a:ext uri="{FF2B5EF4-FFF2-40B4-BE49-F238E27FC236}">
                <a16:creationId xmlns:a16="http://schemas.microsoft.com/office/drawing/2014/main" xmlns="" id="{125CF67F-23C4-411B-9952-9BE05B958264}"/>
              </a:ext>
            </a:extLst>
          </p:cNvPr>
          <p:cNvGraphicFramePr>
            <a:graphicFrameLocks noChangeAspect="1"/>
          </p:cNvGraphicFramePr>
          <p:nvPr/>
        </p:nvGraphicFramePr>
        <p:xfrm>
          <a:off x="381000" y="3817938"/>
          <a:ext cx="2286000" cy="906462"/>
        </p:xfrm>
        <a:graphic>
          <a:graphicData uri="http://schemas.openxmlformats.org/presentationml/2006/ole">
            <p:oleObj spid="_x0000_s58617" name="Document" r:id="rId5" imgW="3238500" imgH="1357884" progId="Word.Document.8">
              <p:embed/>
            </p:oleObj>
          </a:graphicData>
        </a:graphic>
      </p:graphicFrame>
      <p:sp>
        <p:nvSpPr>
          <p:cNvPr id="58373" name="Text Box 6">
            <a:extLst>
              <a:ext uri="{FF2B5EF4-FFF2-40B4-BE49-F238E27FC236}">
                <a16:creationId xmlns:a16="http://schemas.microsoft.com/office/drawing/2014/main" xmlns="" id="{DF232E83-3B46-424E-A516-44BC9A1FC75D}"/>
              </a:ext>
            </a:extLst>
          </p:cNvPr>
          <p:cNvSpPr txBox="1">
            <a:spLocks noChangeArrowheads="1"/>
          </p:cNvSpPr>
          <p:nvPr/>
        </p:nvSpPr>
        <p:spPr bwMode="auto">
          <a:xfrm>
            <a:off x="2895600" y="2339975"/>
            <a:ext cx="59436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0/6 = 0     P(C2) = 6/6 = 1</a:t>
            </a:r>
          </a:p>
          <a:p>
            <a:pPr>
              <a:spcBef>
                <a:spcPct val="50000"/>
              </a:spcBef>
              <a:spcAft>
                <a:spcPct val="0"/>
              </a:spcAft>
              <a:buClrTx/>
              <a:buSzTx/>
              <a:buFontTx/>
              <a:buNone/>
            </a:pPr>
            <a:r>
              <a:rPr lang="en-US" altLang="en-US" sz="2000"/>
              <a:t>Error = 1 – max (0, 1) = 1 – 1 = 0 </a:t>
            </a:r>
          </a:p>
        </p:txBody>
      </p:sp>
      <p:sp>
        <p:nvSpPr>
          <p:cNvPr id="58374" name="Text Box 7">
            <a:extLst>
              <a:ext uri="{FF2B5EF4-FFF2-40B4-BE49-F238E27FC236}">
                <a16:creationId xmlns:a16="http://schemas.microsoft.com/office/drawing/2014/main" xmlns="" id="{C5B8324E-89A1-4D1E-A5A2-326BC8494CAF}"/>
              </a:ext>
            </a:extLst>
          </p:cNvPr>
          <p:cNvSpPr txBox="1">
            <a:spLocks noChangeArrowheads="1"/>
          </p:cNvSpPr>
          <p:nvPr/>
        </p:nvSpPr>
        <p:spPr bwMode="auto">
          <a:xfrm>
            <a:off x="2971800" y="3733800"/>
            <a:ext cx="51054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1/6          P(C2) = 5/6</a:t>
            </a:r>
          </a:p>
          <a:p>
            <a:pPr>
              <a:spcBef>
                <a:spcPct val="50000"/>
              </a:spcBef>
              <a:spcAft>
                <a:spcPct val="0"/>
              </a:spcAft>
              <a:buClrTx/>
              <a:buSzTx/>
              <a:buFontTx/>
              <a:buNone/>
            </a:pPr>
            <a:r>
              <a:rPr lang="en-US" altLang="en-US" sz="2000"/>
              <a:t>Error = 1 – max (1/6, 5/6) = 1 – 5/6 = 1/6</a:t>
            </a:r>
          </a:p>
        </p:txBody>
      </p:sp>
      <p:sp>
        <p:nvSpPr>
          <p:cNvPr id="58375" name="Text Box 8">
            <a:extLst>
              <a:ext uri="{FF2B5EF4-FFF2-40B4-BE49-F238E27FC236}">
                <a16:creationId xmlns:a16="http://schemas.microsoft.com/office/drawing/2014/main" xmlns="" id="{19CD679F-69B6-4B8A-9098-F1E7BC6B15E7}"/>
              </a:ext>
            </a:extLst>
          </p:cNvPr>
          <p:cNvSpPr txBox="1">
            <a:spLocks noChangeArrowheads="1"/>
          </p:cNvSpPr>
          <p:nvPr/>
        </p:nvSpPr>
        <p:spPr bwMode="auto">
          <a:xfrm>
            <a:off x="2971800" y="5105400"/>
            <a:ext cx="6172200"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P(C1) = 2/6          P(C2) = 4/6</a:t>
            </a:r>
          </a:p>
          <a:p>
            <a:pPr>
              <a:spcBef>
                <a:spcPct val="50000"/>
              </a:spcBef>
              <a:spcAft>
                <a:spcPct val="0"/>
              </a:spcAft>
              <a:buClrTx/>
              <a:buSzTx/>
              <a:buFontTx/>
              <a:buNone/>
            </a:pPr>
            <a:r>
              <a:rPr lang="en-US" altLang="en-US" sz="2000"/>
              <a:t>Error = 1 – max (2/6, 4/6) = 1 – 4/6 = 1/3</a:t>
            </a:r>
          </a:p>
        </p:txBody>
      </p:sp>
      <p:sp>
        <p:nvSpPr>
          <p:cNvPr id="2" name="Date Placeholder 1">
            <a:extLst>
              <a:ext uri="{FF2B5EF4-FFF2-40B4-BE49-F238E27FC236}">
                <a16:creationId xmlns:a16="http://schemas.microsoft.com/office/drawing/2014/main" xmlns="" id="{05173E6C-8C53-4DCA-B1CD-98445265A26A}"/>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10712EEC-6179-4693-8F5E-28FFB003CC8B}"/>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815A619-028A-46F1-9A6D-1EB8314F74AE}"/>
              </a:ext>
            </a:extLst>
          </p:cNvPr>
          <p:cNvSpPr>
            <a:spLocks noGrp="1"/>
          </p:cNvSpPr>
          <p:nvPr>
            <p:ph type="sldNum" sz="quarter" idx="12"/>
          </p:nvPr>
        </p:nvSpPr>
        <p:spPr/>
        <p:txBody>
          <a:bodyPr/>
          <a:lstStyle/>
          <a:p>
            <a:pPr>
              <a:defRPr/>
            </a:pPr>
            <a:fld id="{492EFA7E-4E09-40EF-AB70-EBB452ADC926}" type="slidenum">
              <a:rPr lang="en-US"/>
              <a:pPr>
                <a:defRPr/>
              </a:pPr>
              <a:t>51</a:t>
            </a:fld>
            <a:endParaRPr lang="en-US"/>
          </a:p>
        </p:txBody>
      </p:sp>
      <mc:AlternateContent xmlns:mc="http://schemas.openxmlformats.org/markup-compatibility/2006">
        <mc:Choice xmlns:a14="http://schemas.microsoft.com/office/drawing/2010/main" xmlns="" Requires="a14">
          <p:sp>
            <p:nvSpPr>
              <p:cNvPr id="14" name="TextBox 13">
                <a:extLst>
                  <a:ext uri="{FF2B5EF4-FFF2-40B4-BE49-F238E27FC236}">
                    <a16:creationId xmlns:a16="http://schemas.microsoft.com/office/drawing/2014/main" id="{3964493B-930D-455B-9DE3-54A534D6C39F}"/>
                  </a:ext>
                </a:extLst>
              </p:cNvPr>
              <p:cNvSpPr txBox="1"/>
              <p:nvPr/>
            </p:nvSpPr>
            <p:spPr>
              <a:xfrm>
                <a:off x="1753132" y="1465636"/>
                <a:ext cx="4304768" cy="563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𝐸𝑟𝑟𝑜𝑟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limLow>
                        <m:limLowPr>
                          <m:ctrlPr>
                            <a:rPr lang="en-US" sz="2800" b="0" i="1" smtClean="0">
                              <a:latin typeface="Cambria Math" panose="02040503050406030204" pitchFamily="18" charset="0"/>
                            </a:rPr>
                          </m:ctrlPr>
                        </m:limLowPr>
                        <m:e>
                          <m:r>
                            <a:rPr lang="en-US" sz="2800" b="0" i="0" smtClean="0">
                              <a:latin typeface="Cambria Math" panose="02040503050406030204" pitchFamily="18" charset="0"/>
                            </a:rPr>
                            <m:t>1 −</m:t>
                          </m:r>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            </m:t>
                          </m:r>
                          <m:r>
                            <a:rPr lang="en-US" sz="2800" b="0" i="1" smtClean="0">
                              <a:latin typeface="Cambria Math" panose="02040503050406030204" pitchFamily="18" charset="0"/>
                            </a:rPr>
                            <m:t>𝑖</m:t>
                          </m:r>
                        </m:lim>
                      </m:limLow>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𝑖</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oMath>
                  </m:oMathPara>
                </a14:m>
                <a:endParaRPr lang="en-US" sz="2800" b="0" dirty="0"/>
              </a:p>
            </p:txBody>
          </p:sp>
        </mc:Choice>
        <mc:Fallback>
          <p:sp>
            <p:nvSpPr>
              <p:cNvPr id="14" name="TextBox 13">
                <a:extLst>
                  <a:ext uri="{FF2B5EF4-FFF2-40B4-BE49-F238E27FC236}">
                    <a16:creationId xmlns:a16="http://schemas.microsoft.com/office/drawing/2014/main" xmlns="" xmlns:a14="http://schemas.microsoft.com/office/drawing/2010/main" id="{3964493B-930D-455B-9DE3-54A534D6C39F}"/>
                  </a:ext>
                </a:extLst>
              </p:cNvPr>
              <p:cNvSpPr txBox="1">
                <a:spLocks noRot="1" noChangeAspect="1" noMove="1" noResize="1" noEditPoints="1" noAdjustHandles="1" noChangeArrowheads="1" noChangeShapeType="1" noTextEdit="1"/>
              </p:cNvSpPr>
              <p:nvPr/>
            </p:nvSpPr>
            <p:spPr>
              <a:xfrm>
                <a:off x="1753132" y="1465636"/>
                <a:ext cx="4304768" cy="563680"/>
              </a:xfrm>
              <a:prstGeom prst="rect">
                <a:avLst/>
              </a:prstGeom>
              <a:blipFill>
                <a:blip r:embed="rId6" cstate="print"/>
                <a:stretch>
                  <a:fillRect/>
                </a:stretch>
              </a:blipFill>
            </p:spPr>
            <p:txBody>
              <a:bodyPr/>
              <a:lstStyle/>
              <a:p>
                <a:r>
                  <a:rPr 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xmlns="" id="{B8CD58B2-C215-42EA-99AE-465A35C19900}"/>
              </a:ext>
            </a:extLst>
          </p:cNvPr>
          <p:cNvSpPr>
            <a:spLocks noGrp="1" noChangeArrowheads="1"/>
          </p:cNvSpPr>
          <p:nvPr>
            <p:ph type="title"/>
          </p:nvPr>
        </p:nvSpPr>
        <p:spPr/>
        <p:txBody>
          <a:bodyPr/>
          <a:lstStyle/>
          <a:p>
            <a:pPr>
              <a:defRPr/>
            </a:pPr>
            <a:r>
              <a:rPr lang="en-US">
                <a:cs typeface="+mj-cs"/>
              </a:rPr>
              <a:t>Comparison among Impurity Measures</a:t>
            </a:r>
          </a:p>
        </p:txBody>
      </p:sp>
      <p:pic>
        <p:nvPicPr>
          <p:cNvPr id="59394" name="Picture 3">
            <a:extLst>
              <a:ext uri="{FF2B5EF4-FFF2-40B4-BE49-F238E27FC236}">
                <a16:creationId xmlns:a16="http://schemas.microsoft.com/office/drawing/2014/main" xmlns="" id="{82D9F279-81C1-4787-A9EE-E80B051BAE46}"/>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1447800" y="1714500"/>
            <a:ext cx="6248400" cy="4686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9395" name="Text Box 4">
            <a:extLst>
              <a:ext uri="{FF2B5EF4-FFF2-40B4-BE49-F238E27FC236}">
                <a16:creationId xmlns:a16="http://schemas.microsoft.com/office/drawing/2014/main" xmlns="" id="{71577A7D-B33F-45DB-BD8E-5BC6AF1E3105}"/>
              </a:ext>
            </a:extLst>
          </p:cNvPr>
          <p:cNvSpPr txBox="1">
            <a:spLocks noChangeArrowheads="1"/>
          </p:cNvSpPr>
          <p:nvPr/>
        </p:nvSpPr>
        <p:spPr bwMode="auto">
          <a:xfrm>
            <a:off x="381000" y="1219200"/>
            <a:ext cx="47244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400"/>
              <a:t>For a 2-class problem:</a:t>
            </a:r>
          </a:p>
        </p:txBody>
      </p:sp>
      <p:sp>
        <p:nvSpPr>
          <p:cNvPr id="2" name="Date Placeholder 1">
            <a:extLst>
              <a:ext uri="{FF2B5EF4-FFF2-40B4-BE49-F238E27FC236}">
                <a16:creationId xmlns:a16="http://schemas.microsoft.com/office/drawing/2014/main" xmlns="" id="{A612C0FD-1643-413F-A280-453E2180218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83B36D0A-2036-4D71-914C-82F886F18CE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AFB19EBA-2491-4981-9445-6A292A428ABE}"/>
              </a:ext>
            </a:extLst>
          </p:cNvPr>
          <p:cNvSpPr>
            <a:spLocks noGrp="1"/>
          </p:cNvSpPr>
          <p:nvPr>
            <p:ph type="sldNum" sz="quarter" idx="12"/>
          </p:nvPr>
        </p:nvSpPr>
        <p:spPr/>
        <p:txBody>
          <a:bodyPr/>
          <a:lstStyle/>
          <a:p>
            <a:pPr>
              <a:defRPr/>
            </a:pPr>
            <a:fld id="{A73406A5-55CE-4E30-887A-CB23CAA2D1E5}" type="slidenum">
              <a:rPr lang="en-US"/>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xmlns="" id="{C50AAA92-139F-4E27-A211-2D918A463EF4}"/>
              </a:ext>
            </a:extLst>
          </p:cNvPr>
          <p:cNvSpPr>
            <a:spLocks noGrp="1" noChangeArrowheads="1"/>
          </p:cNvSpPr>
          <p:nvPr>
            <p:ph type="title"/>
          </p:nvPr>
        </p:nvSpPr>
        <p:spPr/>
        <p:txBody>
          <a:bodyPr/>
          <a:lstStyle/>
          <a:p>
            <a:pPr>
              <a:defRPr/>
            </a:pPr>
            <a:r>
              <a:rPr lang="en-US">
                <a:cs typeface="+mj-cs"/>
              </a:rPr>
              <a:t>Misclassification Error vs Gini Index</a:t>
            </a:r>
          </a:p>
        </p:txBody>
      </p:sp>
      <p:sp>
        <p:nvSpPr>
          <p:cNvPr id="60418" name="Oval 3">
            <a:extLst>
              <a:ext uri="{FF2B5EF4-FFF2-40B4-BE49-F238E27FC236}">
                <a16:creationId xmlns:a16="http://schemas.microsoft.com/office/drawing/2014/main" xmlns="" id="{521D2FC1-D78E-4856-8B92-C0B61DA0AC57}"/>
              </a:ext>
            </a:extLst>
          </p:cNvPr>
          <p:cNvSpPr>
            <a:spLocks noChangeArrowheads="1"/>
          </p:cNvSpPr>
          <p:nvPr/>
        </p:nvSpPr>
        <p:spPr bwMode="auto">
          <a:xfrm>
            <a:off x="3124200" y="1295400"/>
            <a:ext cx="1009650" cy="454025"/>
          </a:xfrm>
          <a:prstGeom prst="ellipse">
            <a:avLst/>
          </a:prstGeom>
          <a:solidFill>
            <a:srgbClr val="FFFFFF"/>
          </a:solidFill>
          <a:ln w="9525">
            <a:solidFill>
              <a:schemeClr val="tx1"/>
            </a:solidFill>
            <a:round/>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2000" b="0">
                <a:latin typeface="Times New Roman" panose="02020603050405020304" pitchFamily="18" charset="0"/>
              </a:rPr>
              <a:t>A?</a:t>
            </a:r>
            <a:endParaRPr lang="en-US" altLang="en-US" sz="2400" b="0">
              <a:latin typeface="Times New Roman" panose="02020603050405020304" pitchFamily="18" charset="0"/>
            </a:endParaRPr>
          </a:p>
        </p:txBody>
      </p:sp>
      <p:sp>
        <p:nvSpPr>
          <p:cNvPr id="60419" name="Line 4">
            <a:extLst>
              <a:ext uri="{FF2B5EF4-FFF2-40B4-BE49-F238E27FC236}">
                <a16:creationId xmlns:a16="http://schemas.microsoft.com/office/drawing/2014/main" xmlns="" id="{06C45276-07CE-4CA0-91E7-F3D02A20A88A}"/>
              </a:ext>
            </a:extLst>
          </p:cNvPr>
          <p:cNvSpPr>
            <a:spLocks noChangeShapeType="1"/>
          </p:cNvSpPr>
          <p:nvPr/>
        </p:nvSpPr>
        <p:spPr bwMode="auto">
          <a:xfrm flipH="1">
            <a:off x="2549525" y="1752600"/>
            <a:ext cx="11080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0420" name="Line 5">
            <a:extLst>
              <a:ext uri="{FF2B5EF4-FFF2-40B4-BE49-F238E27FC236}">
                <a16:creationId xmlns:a16="http://schemas.microsoft.com/office/drawing/2014/main" xmlns="" id="{C2495EB5-DE93-421E-8F23-30090A395493}"/>
              </a:ext>
            </a:extLst>
          </p:cNvPr>
          <p:cNvSpPr>
            <a:spLocks noChangeShapeType="1"/>
          </p:cNvSpPr>
          <p:nvPr/>
        </p:nvSpPr>
        <p:spPr bwMode="auto">
          <a:xfrm>
            <a:off x="3657600" y="1752600"/>
            <a:ext cx="11842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0421" name="Text Box 6">
            <a:extLst>
              <a:ext uri="{FF2B5EF4-FFF2-40B4-BE49-F238E27FC236}">
                <a16:creationId xmlns:a16="http://schemas.microsoft.com/office/drawing/2014/main" xmlns="" id="{94D08963-44A0-491A-9F12-26CFFCC801C6}"/>
              </a:ext>
            </a:extLst>
          </p:cNvPr>
          <p:cNvSpPr txBox="1">
            <a:spLocks noChangeArrowheads="1"/>
          </p:cNvSpPr>
          <p:nvPr/>
        </p:nvSpPr>
        <p:spPr bwMode="auto">
          <a:xfrm>
            <a:off x="2276475" y="1868488"/>
            <a:ext cx="5397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Yes</a:t>
            </a:r>
          </a:p>
        </p:txBody>
      </p:sp>
      <p:sp>
        <p:nvSpPr>
          <p:cNvPr id="60422" name="Text Box 7">
            <a:extLst>
              <a:ext uri="{FF2B5EF4-FFF2-40B4-BE49-F238E27FC236}">
                <a16:creationId xmlns:a16="http://schemas.microsoft.com/office/drawing/2014/main" xmlns="" id="{14219415-2588-4D79-9FA5-64555E040564}"/>
              </a:ext>
            </a:extLst>
          </p:cNvPr>
          <p:cNvSpPr txBox="1">
            <a:spLocks noChangeArrowheads="1"/>
          </p:cNvSpPr>
          <p:nvPr/>
        </p:nvSpPr>
        <p:spPr bwMode="auto">
          <a:xfrm>
            <a:off x="4765675" y="18684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a:t>
            </a:r>
          </a:p>
        </p:txBody>
      </p:sp>
      <p:sp>
        <p:nvSpPr>
          <p:cNvPr id="60423" name="Rectangle 8">
            <a:extLst>
              <a:ext uri="{FF2B5EF4-FFF2-40B4-BE49-F238E27FC236}">
                <a16:creationId xmlns:a16="http://schemas.microsoft.com/office/drawing/2014/main" xmlns="" id="{BF248E79-A5A2-48FC-82B3-068BB182CF99}"/>
              </a:ext>
            </a:extLst>
          </p:cNvPr>
          <p:cNvSpPr>
            <a:spLocks noChangeArrowheads="1"/>
          </p:cNvSpPr>
          <p:nvPr/>
        </p:nvSpPr>
        <p:spPr bwMode="auto">
          <a:xfrm>
            <a:off x="2133600" y="24780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N1</a:t>
            </a:r>
          </a:p>
        </p:txBody>
      </p:sp>
      <p:sp>
        <p:nvSpPr>
          <p:cNvPr id="60424" name="Rectangle 9">
            <a:extLst>
              <a:ext uri="{FF2B5EF4-FFF2-40B4-BE49-F238E27FC236}">
                <a16:creationId xmlns:a16="http://schemas.microsoft.com/office/drawing/2014/main" xmlns="" id="{C81A9C04-F004-4D25-93FB-79EAA08FD4B2}"/>
              </a:ext>
            </a:extLst>
          </p:cNvPr>
          <p:cNvSpPr>
            <a:spLocks noChangeArrowheads="1"/>
          </p:cNvSpPr>
          <p:nvPr/>
        </p:nvSpPr>
        <p:spPr bwMode="auto">
          <a:xfrm>
            <a:off x="4321175" y="24780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N2</a:t>
            </a:r>
          </a:p>
        </p:txBody>
      </p:sp>
      <p:graphicFrame>
        <p:nvGraphicFramePr>
          <p:cNvPr id="60425" name="Object 10">
            <a:extLst>
              <a:ext uri="{FF2B5EF4-FFF2-40B4-BE49-F238E27FC236}">
                <a16:creationId xmlns:a16="http://schemas.microsoft.com/office/drawing/2014/main" xmlns="" id="{278EF872-5ADD-4FBE-BB9A-BEB0E98567E8}"/>
              </a:ext>
            </a:extLst>
          </p:cNvPr>
          <p:cNvGraphicFramePr>
            <a:graphicFrameLocks noChangeAspect="1"/>
          </p:cNvGraphicFramePr>
          <p:nvPr/>
        </p:nvGraphicFramePr>
        <p:xfrm>
          <a:off x="6243638" y="1217613"/>
          <a:ext cx="1968500" cy="1893887"/>
        </p:xfrm>
        <a:graphic>
          <a:graphicData uri="http://schemas.openxmlformats.org/presentationml/2006/ole">
            <p:oleObj spid="_x0000_s60574" name="Document" r:id="rId3" imgW="3177540" imgH="3054096" progId="Word.Document.8">
              <p:embed/>
            </p:oleObj>
          </a:graphicData>
        </a:graphic>
      </p:graphicFrame>
      <p:graphicFrame>
        <p:nvGraphicFramePr>
          <p:cNvPr id="60426" name="Object 11">
            <a:extLst>
              <a:ext uri="{FF2B5EF4-FFF2-40B4-BE49-F238E27FC236}">
                <a16:creationId xmlns:a16="http://schemas.microsoft.com/office/drawing/2014/main" xmlns="" id="{6BF92EE1-84FD-43CF-95D8-C1452CC7977B}"/>
              </a:ext>
            </a:extLst>
          </p:cNvPr>
          <p:cNvGraphicFramePr>
            <a:graphicFrameLocks noChangeAspect="1"/>
          </p:cNvGraphicFramePr>
          <p:nvPr/>
        </p:nvGraphicFramePr>
        <p:xfrm>
          <a:off x="2971800" y="3733800"/>
          <a:ext cx="1905000" cy="1471613"/>
        </p:xfrm>
        <a:graphic>
          <a:graphicData uri="http://schemas.openxmlformats.org/presentationml/2006/ole">
            <p:oleObj spid="_x0000_s60575" name="Document" r:id="rId4" imgW="3271158" imgH="2546229" progId="Word.Document.8">
              <p:embed/>
            </p:oleObj>
          </a:graphicData>
        </a:graphic>
      </p:graphicFrame>
      <p:sp>
        <p:nvSpPr>
          <p:cNvPr id="60427" name="Text Box 12">
            <a:extLst>
              <a:ext uri="{FF2B5EF4-FFF2-40B4-BE49-F238E27FC236}">
                <a16:creationId xmlns:a16="http://schemas.microsoft.com/office/drawing/2014/main" xmlns="" id="{92341F56-3066-4D05-9D52-438BF4234BF0}"/>
              </a:ext>
            </a:extLst>
          </p:cNvPr>
          <p:cNvSpPr txBox="1">
            <a:spLocks noChangeArrowheads="1"/>
          </p:cNvSpPr>
          <p:nvPr/>
        </p:nvSpPr>
        <p:spPr bwMode="auto">
          <a:xfrm>
            <a:off x="304800" y="3581400"/>
            <a:ext cx="2438400" cy="2073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Gini(N1) </a:t>
            </a:r>
            <a:br>
              <a:rPr lang="en-US" altLang="en-US" sz="2000"/>
            </a:br>
            <a:r>
              <a:rPr lang="en-US" altLang="en-US" sz="2000"/>
              <a:t>= 1 – (3/3)</a:t>
            </a:r>
            <a:r>
              <a:rPr lang="en-US" altLang="en-US" sz="2000" baseline="30000"/>
              <a:t>2 </a:t>
            </a:r>
            <a:r>
              <a:rPr lang="en-US" altLang="en-US" sz="2000"/>
              <a:t>– (0/3)</a:t>
            </a:r>
            <a:r>
              <a:rPr lang="en-US" altLang="en-US" sz="2000" baseline="30000"/>
              <a:t>2</a:t>
            </a:r>
            <a:r>
              <a:rPr lang="en-US" altLang="en-US" sz="2000"/>
              <a:t> </a:t>
            </a:r>
            <a:br>
              <a:rPr lang="en-US" altLang="en-US" sz="2000"/>
            </a:br>
            <a:r>
              <a:rPr lang="en-US" altLang="en-US" sz="2000"/>
              <a:t>= 0 </a:t>
            </a:r>
          </a:p>
          <a:p>
            <a:pPr>
              <a:spcBef>
                <a:spcPct val="50000"/>
              </a:spcBef>
              <a:spcAft>
                <a:spcPct val="0"/>
              </a:spcAft>
              <a:buClrTx/>
              <a:buSzTx/>
              <a:buFontTx/>
              <a:buNone/>
            </a:pPr>
            <a:r>
              <a:rPr lang="en-US" altLang="en-US" sz="2000"/>
              <a:t>Gini(N2) </a:t>
            </a:r>
            <a:br>
              <a:rPr lang="en-US" altLang="en-US" sz="2000"/>
            </a:br>
            <a:r>
              <a:rPr lang="en-US" altLang="en-US" sz="2000"/>
              <a:t>= 1 – (4/7)</a:t>
            </a:r>
            <a:r>
              <a:rPr lang="en-US" altLang="en-US" sz="2000" baseline="30000"/>
              <a:t>2 </a:t>
            </a:r>
            <a:r>
              <a:rPr lang="en-US" altLang="en-US" sz="2000"/>
              <a:t>– (3/7)</a:t>
            </a:r>
            <a:r>
              <a:rPr lang="en-US" altLang="en-US" sz="2000" baseline="30000"/>
              <a:t>2</a:t>
            </a:r>
            <a:r>
              <a:rPr lang="en-US" altLang="en-US" sz="2000"/>
              <a:t> </a:t>
            </a:r>
            <a:br>
              <a:rPr lang="en-US" altLang="en-US" sz="2000"/>
            </a:br>
            <a:r>
              <a:rPr lang="en-US" altLang="en-US" sz="2000"/>
              <a:t>= 0.489</a:t>
            </a:r>
          </a:p>
        </p:txBody>
      </p:sp>
      <p:sp>
        <p:nvSpPr>
          <p:cNvPr id="60428" name="Text Box 13">
            <a:extLst>
              <a:ext uri="{FF2B5EF4-FFF2-40B4-BE49-F238E27FC236}">
                <a16:creationId xmlns:a16="http://schemas.microsoft.com/office/drawing/2014/main" xmlns="" id="{7E14F35B-24E8-44E0-9FCE-87AD3920C979}"/>
              </a:ext>
            </a:extLst>
          </p:cNvPr>
          <p:cNvSpPr txBox="1">
            <a:spLocks noChangeArrowheads="1"/>
          </p:cNvSpPr>
          <p:nvPr/>
        </p:nvSpPr>
        <p:spPr bwMode="auto">
          <a:xfrm>
            <a:off x="5638800" y="3810000"/>
            <a:ext cx="2438400" cy="2378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spcAft>
                <a:spcPct val="0"/>
              </a:spcAft>
              <a:buClrTx/>
              <a:buSzTx/>
              <a:buFontTx/>
              <a:buNone/>
            </a:pPr>
            <a:r>
              <a:rPr lang="en-US" altLang="en-US" sz="2000"/>
              <a:t>Gini(Children) </a:t>
            </a:r>
            <a:br>
              <a:rPr lang="en-US" altLang="en-US" sz="2000"/>
            </a:br>
            <a:r>
              <a:rPr lang="en-US" altLang="en-US" sz="2000"/>
              <a:t>= 3/10 * 0 </a:t>
            </a:r>
            <a:br>
              <a:rPr lang="en-US" altLang="en-US" sz="2000"/>
            </a:br>
            <a:r>
              <a:rPr lang="en-US" altLang="en-US" sz="2000"/>
              <a:t>+ 7/10 * 0.489</a:t>
            </a:r>
            <a:br>
              <a:rPr lang="en-US" altLang="en-US" sz="2000"/>
            </a:br>
            <a:r>
              <a:rPr lang="en-US" altLang="en-US" sz="2000"/>
              <a:t>= 0.342</a:t>
            </a:r>
          </a:p>
          <a:p>
            <a:pPr>
              <a:spcBef>
                <a:spcPct val="50000"/>
              </a:spcBef>
              <a:spcAft>
                <a:spcPct val="0"/>
              </a:spcAft>
              <a:buClrTx/>
              <a:buSzTx/>
              <a:buFontTx/>
              <a:buNone/>
            </a:pPr>
            <a:r>
              <a:rPr lang="en-US" altLang="en-US" sz="2000">
                <a:solidFill>
                  <a:srgbClr val="FF0000"/>
                </a:solidFill>
              </a:rPr>
              <a:t>Gini improves but error remains the same!!</a:t>
            </a:r>
          </a:p>
        </p:txBody>
      </p:sp>
      <p:sp>
        <p:nvSpPr>
          <p:cNvPr id="2" name="Date Placeholder 1">
            <a:extLst>
              <a:ext uri="{FF2B5EF4-FFF2-40B4-BE49-F238E27FC236}">
                <a16:creationId xmlns:a16="http://schemas.microsoft.com/office/drawing/2014/main" xmlns="" id="{B0EB0E44-C254-449D-B370-51531115C018}"/>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883CD1A1-E553-4BBC-AC73-67AC68D824C8}"/>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4EF2DDCC-86D0-43C0-9407-AAAEE547063A}"/>
              </a:ext>
            </a:extLst>
          </p:cNvPr>
          <p:cNvSpPr>
            <a:spLocks noGrp="1"/>
          </p:cNvSpPr>
          <p:nvPr>
            <p:ph type="sldNum" sz="quarter" idx="12"/>
          </p:nvPr>
        </p:nvSpPr>
        <p:spPr/>
        <p:txBody>
          <a:bodyPr/>
          <a:lstStyle/>
          <a:p>
            <a:pPr>
              <a:defRPr/>
            </a:pPr>
            <a:fld id="{23A2910C-62C3-4E90-9528-AB415EE2307C}" type="slidenum">
              <a:rPr lang="en-US"/>
              <a:pPr>
                <a:defRPr/>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xmlns="" id="{43D804FB-F39F-4A31-8110-86F1CC947C63}"/>
              </a:ext>
            </a:extLst>
          </p:cNvPr>
          <p:cNvSpPr>
            <a:spLocks noGrp="1" noChangeArrowheads="1"/>
          </p:cNvSpPr>
          <p:nvPr>
            <p:ph type="title"/>
          </p:nvPr>
        </p:nvSpPr>
        <p:spPr/>
        <p:txBody>
          <a:bodyPr/>
          <a:lstStyle/>
          <a:p>
            <a:pPr>
              <a:defRPr/>
            </a:pPr>
            <a:r>
              <a:rPr lang="en-US">
                <a:cs typeface="+mj-cs"/>
              </a:rPr>
              <a:t>Misclassification Error vs Gini Index</a:t>
            </a:r>
          </a:p>
        </p:txBody>
      </p:sp>
      <p:sp>
        <p:nvSpPr>
          <p:cNvPr id="61442" name="Oval 3">
            <a:extLst>
              <a:ext uri="{FF2B5EF4-FFF2-40B4-BE49-F238E27FC236}">
                <a16:creationId xmlns:a16="http://schemas.microsoft.com/office/drawing/2014/main" xmlns="" id="{2350CCC0-71C3-40C2-859C-DCA7846EB458}"/>
              </a:ext>
            </a:extLst>
          </p:cNvPr>
          <p:cNvSpPr>
            <a:spLocks noChangeArrowheads="1"/>
          </p:cNvSpPr>
          <p:nvPr/>
        </p:nvSpPr>
        <p:spPr bwMode="auto">
          <a:xfrm>
            <a:off x="3124200" y="1295400"/>
            <a:ext cx="1009650" cy="454025"/>
          </a:xfrm>
          <a:prstGeom prst="ellipse">
            <a:avLst/>
          </a:prstGeom>
          <a:solidFill>
            <a:srgbClr val="FFFFFF"/>
          </a:solidFill>
          <a:ln w="9525">
            <a:solidFill>
              <a:schemeClr val="tx1"/>
            </a:solidFill>
            <a:round/>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2000" b="0">
                <a:latin typeface="Times New Roman" panose="02020603050405020304" pitchFamily="18" charset="0"/>
              </a:rPr>
              <a:t>A?</a:t>
            </a:r>
            <a:endParaRPr lang="en-US" altLang="en-US" sz="2400" b="0">
              <a:latin typeface="Times New Roman" panose="02020603050405020304" pitchFamily="18" charset="0"/>
            </a:endParaRPr>
          </a:p>
        </p:txBody>
      </p:sp>
      <p:sp>
        <p:nvSpPr>
          <p:cNvPr id="61443" name="Line 4">
            <a:extLst>
              <a:ext uri="{FF2B5EF4-FFF2-40B4-BE49-F238E27FC236}">
                <a16:creationId xmlns:a16="http://schemas.microsoft.com/office/drawing/2014/main" xmlns="" id="{2A0A5407-5B22-47AE-B968-4BF6E95872D8}"/>
              </a:ext>
            </a:extLst>
          </p:cNvPr>
          <p:cNvSpPr>
            <a:spLocks noChangeShapeType="1"/>
          </p:cNvSpPr>
          <p:nvPr/>
        </p:nvSpPr>
        <p:spPr bwMode="auto">
          <a:xfrm flipH="1">
            <a:off x="2549525" y="1752600"/>
            <a:ext cx="11080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1444" name="Line 5">
            <a:extLst>
              <a:ext uri="{FF2B5EF4-FFF2-40B4-BE49-F238E27FC236}">
                <a16:creationId xmlns:a16="http://schemas.microsoft.com/office/drawing/2014/main" xmlns="" id="{A8904E68-A1E2-42F4-9B8F-8A67D289FA7E}"/>
              </a:ext>
            </a:extLst>
          </p:cNvPr>
          <p:cNvSpPr>
            <a:spLocks noChangeShapeType="1"/>
          </p:cNvSpPr>
          <p:nvPr/>
        </p:nvSpPr>
        <p:spPr bwMode="auto">
          <a:xfrm>
            <a:off x="3657600" y="1752600"/>
            <a:ext cx="1184275" cy="7254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1445" name="Text Box 6">
            <a:extLst>
              <a:ext uri="{FF2B5EF4-FFF2-40B4-BE49-F238E27FC236}">
                <a16:creationId xmlns:a16="http://schemas.microsoft.com/office/drawing/2014/main" xmlns="" id="{EED1957E-B7AF-4F67-B490-AE2DAF7848A6}"/>
              </a:ext>
            </a:extLst>
          </p:cNvPr>
          <p:cNvSpPr txBox="1">
            <a:spLocks noChangeArrowheads="1"/>
          </p:cNvSpPr>
          <p:nvPr/>
        </p:nvSpPr>
        <p:spPr bwMode="auto">
          <a:xfrm>
            <a:off x="2276475" y="1868488"/>
            <a:ext cx="5397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Yes</a:t>
            </a:r>
          </a:p>
        </p:txBody>
      </p:sp>
      <p:sp>
        <p:nvSpPr>
          <p:cNvPr id="61446" name="Text Box 7">
            <a:extLst>
              <a:ext uri="{FF2B5EF4-FFF2-40B4-BE49-F238E27FC236}">
                <a16:creationId xmlns:a16="http://schemas.microsoft.com/office/drawing/2014/main" xmlns="" id="{1C64C75C-7900-40CA-921E-E90EC1E200D3}"/>
              </a:ext>
            </a:extLst>
          </p:cNvPr>
          <p:cNvSpPr txBox="1">
            <a:spLocks noChangeArrowheads="1"/>
          </p:cNvSpPr>
          <p:nvPr/>
        </p:nvSpPr>
        <p:spPr bwMode="auto">
          <a:xfrm>
            <a:off x="4765675" y="18684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a:t>
            </a:r>
          </a:p>
        </p:txBody>
      </p:sp>
      <p:sp>
        <p:nvSpPr>
          <p:cNvPr id="61447" name="Rectangle 8">
            <a:extLst>
              <a:ext uri="{FF2B5EF4-FFF2-40B4-BE49-F238E27FC236}">
                <a16:creationId xmlns:a16="http://schemas.microsoft.com/office/drawing/2014/main" xmlns="" id="{2598FD4C-49E8-49DF-8472-D812C4341551}"/>
              </a:ext>
            </a:extLst>
          </p:cNvPr>
          <p:cNvSpPr>
            <a:spLocks noChangeArrowheads="1"/>
          </p:cNvSpPr>
          <p:nvPr/>
        </p:nvSpPr>
        <p:spPr bwMode="auto">
          <a:xfrm>
            <a:off x="2133600" y="24780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N1</a:t>
            </a:r>
          </a:p>
        </p:txBody>
      </p:sp>
      <p:sp>
        <p:nvSpPr>
          <p:cNvPr id="61448" name="Rectangle 9">
            <a:extLst>
              <a:ext uri="{FF2B5EF4-FFF2-40B4-BE49-F238E27FC236}">
                <a16:creationId xmlns:a16="http://schemas.microsoft.com/office/drawing/2014/main" xmlns="" id="{7B4247D2-1FC7-470E-BFFB-88A1F7B4D975}"/>
              </a:ext>
            </a:extLst>
          </p:cNvPr>
          <p:cNvSpPr>
            <a:spLocks noChangeArrowheads="1"/>
          </p:cNvSpPr>
          <p:nvPr/>
        </p:nvSpPr>
        <p:spPr bwMode="auto">
          <a:xfrm>
            <a:off x="4321175" y="2478088"/>
            <a:ext cx="936625" cy="341312"/>
          </a:xfrm>
          <a:prstGeom prst="rect">
            <a:avLst/>
          </a:prstGeom>
          <a:solidFill>
            <a:srgbClr val="FF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spcAft>
                <a:spcPct val="0"/>
              </a:spcAft>
              <a:buClrTx/>
              <a:buSzTx/>
              <a:buFontTx/>
              <a:buNone/>
            </a:pPr>
            <a:r>
              <a:rPr lang="en-US" altLang="en-US" sz="1800" b="0">
                <a:latin typeface="Times New Roman" panose="02020603050405020304" pitchFamily="18" charset="0"/>
              </a:rPr>
              <a:t>Node N2</a:t>
            </a:r>
          </a:p>
        </p:txBody>
      </p:sp>
      <p:graphicFrame>
        <p:nvGraphicFramePr>
          <p:cNvPr id="61449" name="Object 10">
            <a:extLst>
              <a:ext uri="{FF2B5EF4-FFF2-40B4-BE49-F238E27FC236}">
                <a16:creationId xmlns:a16="http://schemas.microsoft.com/office/drawing/2014/main" xmlns="" id="{EDFD8564-0189-4A7D-942C-14A126A51912}"/>
              </a:ext>
            </a:extLst>
          </p:cNvPr>
          <p:cNvGraphicFramePr>
            <a:graphicFrameLocks noChangeAspect="1"/>
          </p:cNvGraphicFramePr>
          <p:nvPr/>
        </p:nvGraphicFramePr>
        <p:xfrm>
          <a:off x="6243638" y="1217613"/>
          <a:ext cx="1968500" cy="1893887"/>
        </p:xfrm>
        <a:graphic>
          <a:graphicData uri="http://schemas.openxmlformats.org/presentationml/2006/ole">
            <p:oleObj spid="_x0000_s61669" name="Document" r:id="rId3" imgW="3177540" imgH="3054096" progId="Word.Document.8">
              <p:embed/>
            </p:oleObj>
          </a:graphicData>
        </a:graphic>
      </p:graphicFrame>
      <p:graphicFrame>
        <p:nvGraphicFramePr>
          <p:cNvPr id="61450" name="Object 11">
            <a:extLst>
              <a:ext uri="{FF2B5EF4-FFF2-40B4-BE49-F238E27FC236}">
                <a16:creationId xmlns:a16="http://schemas.microsoft.com/office/drawing/2014/main" xmlns="" id="{49BCA00E-76E1-4C1F-97F9-52C92EF599F1}"/>
              </a:ext>
            </a:extLst>
          </p:cNvPr>
          <p:cNvGraphicFramePr>
            <a:graphicFrameLocks noChangeAspect="1"/>
          </p:cNvGraphicFramePr>
          <p:nvPr/>
        </p:nvGraphicFramePr>
        <p:xfrm>
          <a:off x="838200" y="3733800"/>
          <a:ext cx="1905000" cy="1471613"/>
        </p:xfrm>
        <a:graphic>
          <a:graphicData uri="http://schemas.openxmlformats.org/presentationml/2006/ole">
            <p:oleObj spid="_x0000_s61670" name="Document" r:id="rId4" imgW="3271158" imgH="2546229" progId="Word.Document.8">
              <p:embed/>
            </p:oleObj>
          </a:graphicData>
        </a:graphic>
      </p:graphicFrame>
      <p:graphicFrame>
        <p:nvGraphicFramePr>
          <p:cNvPr id="61451" name="Object 1">
            <a:extLst>
              <a:ext uri="{FF2B5EF4-FFF2-40B4-BE49-F238E27FC236}">
                <a16:creationId xmlns:a16="http://schemas.microsoft.com/office/drawing/2014/main" xmlns="" id="{28EE0492-72C7-486F-97A8-900351FC452C}"/>
              </a:ext>
            </a:extLst>
          </p:cNvPr>
          <p:cNvGraphicFramePr>
            <a:graphicFrameLocks noChangeAspect="1"/>
          </p:cNvGraphicFramePr>
          <p:nvPr/>
        </p:nvGraphicFramePr>
        <p:xfrm>
          <a:off x="3962400" y="3733800"/>
          <a:ext cx="1866900" cy="1460500"/>
        </p:xfrm>
        <a:graphic>
          <a:graphicData uri="http://schemas.openxmlformats.org/presentationml/2006/ole">
            <p:oleObj spid="_x0000_s61671" name="Document" r:id="rId5" imgW="3271158" imgH="2545869" progId="Word.Document.8">
              <p:embed/>
            </p:oleObj>
          </a:graphicData>
        </a:graphic>
      </p:graphicFrame>
      <p:sp>
        <p:nvSpPr>
          <p:cNvPr id="61452" name="TextBox 2">
            <a:extLst>
              <a:ext uri="{FF2B5EF4-FFF2-40B4-BE49-F238E27FC236}">
                <a16:creationId xmlns:a16="http://schemas.microsoft.com/office/drawing/2014/main" xmlns="" id="{13CD9EEA-A238-475D-A016-6AAEFB585823}"/>
              </a:ext>
            </a:extLst>
          </p:cNvPr>
          <p:cNvSpPr txBox="1">
            <a:spLocks noChangeArrowheads="1"/>
          </p:cNvSpPr>
          <p:nvPr/>
        </p:nvSpPr>
        <p:spPr bwMode="auto">
          <a:xfrm>
            <a:off x="1149350" y="5624513"/>
            <a:ext cx="60896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dirty="0"/>
              <a:t>Misclassification error for all three cases = 0.3 ! </a:t>
            </a:r>
          </a:p>
        </p:txBody>
      </p:sp>
      <p:sp>
        <p:nvSpPr>
          <p:cNvPr id="2" name="Date Placeholder 1">
            <a:extLst>
              <a:ext uri="{FF2B5EF4-FFF2-40B4-BE49-F238E27FC236}">
                <a16:creationId xmlns:a16="http://schemas.microsoft.com/office/drawing/2014/main" xmlns="" id="{9C43EAF0-DDE0-4C59-AA56-F6B0E9FB817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45E9247A-6C4B-4857-9638-B2D0886F14CF}"/>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23EB10D9-89A4-4963-B7B5-54D001965A8D}"/>
              </a:ext>
            </a:extLst>
          </p:cNvPr>
          <p:cNvSpPr>
            <a:spLocks noGrp="1"/>
          </p:cNvSpPr>
          <p:nvPr>
            <p:ph type="sldNum" sz="quarter" idx="12"/>
          </p:nvPr>
        </p:nvSpPr>
        <p:spPr/>
        <p:txBody>
          <a:bodyPr/>
          <a:lstStyle/>
          <a:p>
            <a:pPr>
              <a:defRPr/>
            </a:pPr>
            <a:fld id="{DBF58235-7CDB-4D69-B45A-EA0C3A971689}" type="slidenum">
              <a:rPr lang="en-US"/>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xmlns="" id="{00E24C15-58FA-49A4-8662-2087F7A4095F}"/>
              </a:ext>
            </a:extLst>
          </p:cNvPr>
          <p:cNvSpPr>
            <a:spLocks noGrp="1" noChangeArrowheads="1"/>
          </p:cNvSpPr>
          <p:nvPr>
            <p:ph type="title"/>
          </p:nvPr>
        </p:nvSpPr>
        <p:spPr/>
        <p:txBody>
          <a:bodyPr/>
          <a:lstStyle/>
          <a:p>
            <a:pPr>
              <a:defRPr/>
            </a:pPr>
            <a:r>
              <a:rPr lang="en-US">
                <a:cs typeface="+mj-cs"/>
              </a:rPr>
              <a:t>Decision Tree Based Classification</a:t>
            </a:r>
          </a:p>
        </p:txBody>
      </p:sp>
      <p:sp>
        <p:nvSpPr>
          <p:cNvPr id="51203" name="Rectangle 3">
            <a:extLst>
              <a:ext uri="{FF2B5EF4-FFF2-40B4-BE49-F238E27FC236}">
                <a16:creationId xmlns:a16="http://schemas.microsoft.com/office/drawing/2014/main" xmlns="" id="{65DEAFD4-4EBE-4E06-9D98-38639A5524F9}"/>
              </a:ext>
            </a:extLst>
          </p:cNvPr>
          <p:cNvSpPr>
            <a:spLocks noGrp="1" noChangeArrowheads="1"/>
          </p:cNvSpPr>
          <p:nvPr>
            <p:ph type="body" idx="1"/>
          </p:nvPr>
        </p:nvSpPr>
        <p:spPr>
          <a:xfrm>
            <a:off x="411163" y="914400"/>
            <a:ext cx="8318500" cy="5181600"/>
          </a:xfrm>
        </p:spPr>
        <p:txBody>
          <a:bodyPr/>
          <a:lstStyle/>
          <a:p>
            <a:pPr>
              <a:buFont typeface="Monotype Sorts" charset="0"/>
              <a:buChar char="l"/>
              <a:defRPr/>
            </a:pPr>
            <a:r>
              <a:rPr lang="en-US" sz="2400" dirty="0">
                <a:cs typeface="+mn-cs"/>
              </a:rPr>
              <a:t>Advantages:</a:t>
            </a:r>
          </a:p>
          <a:p>
            <a:pPr lvl="1">
              <a:buFont typeface="Arial" charset="0"/>
              <a:buChar char="–"/>
              <a:defRPr/>
            </a:pPr>
            <a:r>
              <a:rPr lang="en-US" sz="1800" dirty="0"/>
              <a:t>Relatively inexpensive to construct</a:t>
            </a:r>
          </a:p>
          <a:p>
            <a:pPr lvl="1">
              <a:buFont typeface="Arial" charset="0"/>
              <a:buChar char="–"/>
              <a:defRPr/>
            </a:pPr>
            <a:r>
              <a:rPr lang="en-US" sz="1800" dirty="0"/>
              <a:t>Extremely fast at classifying unknown records</a:t>
            </a:r>
          </a:p>
          <a:p>
            <a:pPr lvl="1">
              <a:buFont typeface="Arial" charset="0"/>
              <a:buChar char="–"/>
              <a:defRPr/>
            </a:pPr>
            <a:r>
              <a:rPr lang="en-US" sz="1800" dirty="0"/>
              <a:t>Easy to interpret for small-sized trees</a:t>
            </a:r>
          </a:p>
          <a:p>
            <a:pPr lvl="1">
              <a:buFont typeface="Arial" charset="0"/>
              <a:buChar char="–"/>
              <a:defRPr/>
            </a:pPr>
            <a:r>
              <a:rPr lang="en-US" sz="1800" dirty="0"/>
              <a:t>Robust to noise (especially when methods to avoid overfitting are employed)</a:t>
            </a:r>
          </a:p>
          <a:p>
            <a:pPr lvl="1">
              <a:buFont typeface="Arial" charset="0"/>
              <a:buChar char="–"/>
              <a:defRPr/>
            </a:pPr>
            <a:r>
              <a:rPr lang="en-US" sz="1800" dirty="0"/>
              <a:t>Can easily handle redundant attributes</a:t>
            </a:r>
          </a:p>
          <a:p>
            <a:pPr lvl="1">
              <a:buFont typeface="Arial" charset="0"/>
              <a:buChar char="–"/>
              <a:defRPr/>
            </a:pPr>
            <a:r>
              <a:rPr lang="en-US" sz="1800" dirty="0"/>
              <a:t>Can easily handle irrelevant attributes (unless the attributes are </a:t>
            </a:r>
            <a:r>
              <a:rPr lang="en-US" sz="1800" dirty="0">
                <a:solidFill>
                  <a:srgbClr val="FF0000"/>
                </a:solidFill>
              </a:rPr>
              <a:t>interacting</a:t>
            </a:r>
            <a:r>
              <a:rPr lang="en-US" sz="1800" dirty="0"/>
              <a:t>)</a:t>
            </a:r>
          </a:p>
          <a:p>
            <a:pPr>
              <a:buFont typeface="Monotype Sorts" charset="0"/>
              <a:buChar char="l"/>
              <a:defRPr/>
            </a:pPr>
            <a:r>
              <a:rPr lang="en-US" sz="2400" dirty="0">
                <a:cs typeface="+mn-cs"/>
              </a:rPr>
              <a:t>Disadvantages: </a:t>
            </a:r>
            <a:r>
              <a:rPr lang="en-US" sz="2200" dirty="0"/>
              <a:t>.</a:t>
            </a:r>
          </a:p>
          <a:p>
            <a:pPr lvl="1">
              <a:buFont typeface="Arial" charset="0"/>
              <a:buChar char="–"/>
              <a:defRPr/>
            </a:pPr>
            <a:r>
              <a:rPr lang="en-US" sz="1800" dirty="0"/>
              <a:t>Due to the greedy nature of splitting criterion,  </a:t>
            </a:r>
            <a:r>
              <a:rPr lang="en-US" sz="1800" dirty="0">
                <a:solidFill>
                  <a:srgbClr val="FF0000"/>
                </a:solidFill>
              </a:rPr>
              <a:t>interacting</a:t>
            </a:r>
            <a:r>
              <a:rPr lang="en-US" sz="1800" dirty="0"/>
              <a:t> attributes (that can distinguish between classes together but not individually) may be passed over in favor of other attributed that are less discriminating.</a:t>
            </a:r>
          </a:p>
          <a:p>
            <a:pPr lvl="1">
              <a:buFont typeface="Arial" charset="0"/>
              <a:buChar char="–"/>
              <a:defRPr/>
            </a:pPr>
            <a:r>
              <a:rPr lang="en-US" sz="1800" dirty="0"/>
              <a:t>Each decision boundary involves only a single attribute</a:t>
            </a:r>
          </a:p>
        </p:txBody>
      </p:sp>
      <p:sp>
        <p:nvSpPr>
          <p:cNvPr id="2" name="Date Placeholder 1">
            <a:extLst>
              <a:ext uri="{FF2B5EF4-FFF2-40B4-BE49-F238E27FC236}">
                <a16:creationId xmlns:a16="http://schemas.microsoft.com/office/drawing/2014/main" xmlns="" id="{8B38AFE2-E916-42F8-A85A-3ED6DECDB5C4}"/>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DBEDCFFA-53F9-4105-AE62-9992C18D9F86}"/>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D35B0636-CCAF-4D60-9694-05C2B780602F}"/>
              </a:ext>
            </a:extLst>
          </p:cNvPr>
          <p:cNvSpPr>
            <a:spLocks noGrp="1"/>
          </p:cNvSpPr>
          <p:nvPr>
            <p:ph type="sldNum" sz="quarter" idx="12"/>
          </p:nvPr>
        </p:nvSpPr>
        <p:spPr/>
        <p:txBody>
          <a:bodyPr/>
          <a:lstStyle/>
          <a:p>
            <a:pPr>
              <a:defRPr/>
            </a:pPr>
            <a:fld id="{5820E007-BACA-4EDA-9D4C-E31FAF01E3B4}" type="slidenum">
              <a:rPr lang="en-US"/>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xmlns="" id="{92B5CC71-6962-4F09-866D-0D9DB0ADE012}"/>
              </a:ext>
            </a:extLst>
          </p:cNvPr>
          <p:cNvSpPr>
            <a:spLocks noGrp="1"/>
          </p:cNvSpPr>
          <p:nvPr>
            <p:ph type="title"/>
          </p:nvPr>
        </p:nvSpPr>
        <p:spPr>
          <a:xfrm>
            <a:off x="381000" y="31750"/>
            <a:ext cx="8280400" cy="654050"/>
          </a:xfrm>
        </p:spPr>
        <p:txBody>
          <a:bodyPr/>
          <a:lstStyle/>
          <a:p>
            <a:pPr>
              <a:defRPr/>
            </a:pPr>
            <a:r>
              <a:rPr lang="en-US" dirty="0">
                <a:cs typeface="+mj-cs"/>
              </a:rPr>
              <a:t>Handling interactions</a:t>
            </a:r>
          </a:p>
        </p:txBody>
      </p:sp>
      <p:pic>
        <p:nvPicPr>
          <p:cNvPr id="63490" name="Content Placeholder 1">
            <a:extLst>
              <a:ext uri="{FF2B5EF4-FFF2-40B4-BE49-F238E27FC236}">
                <a16:creationId xmlns:a16="http://schemas.microsoft.com/office/drawing/2014/main" xmlns="" id="{3B3E73F0-959A-4FB4-AF44-A4C0FE0E1C42}"/>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l="9543" b="4614"/>
          <a:stretch>
            <a:fillRect/>
          </a:stretch>
        </p:blipFill>
        <p:spPr bwMode="auto">
          <a:xfrm>
            <a:off x="787400" y="1014413"/>
            <a:ext cx="3403600" cy="2600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491" name="TextBox 14">
            <a:extLst>
              <a:ext uri="{FF2B5EF4-FFF2-40B4-BE49-F238E27FC236}">
                <a16:creationId xmlns:a16="http://schemas.microsoft.com/office/drawing/2014/main" xmlns="" id="{2EFC5933-A3ED-4A1C-89CE-CCD7B56415EB}"/>
              </a:ext>
            </a:extLst>
          </p:cNvPr>
          <p:cNvSpPr txBox="1">
            <a:spLocks noChangeArrowheads="1"/>
          </p:cNvSpPr>
          <p:nvPr/>
        </p:nvSpPr>
        <p:spPr bwMode="auto">
          <a:xfrm>
            <a:off x="2209800" y="3429000"/>
            <a:ext cx="45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t>X </a:t>
            </a:r>
          </a:p>
        </p:txBody>
      </p:sp>
      <p:sp>
        <p:nvSpPr>
          <p:cNvPr id="63492" name="TextBox 15">
            <a:extLst>
              <a:ext uri="{FF2B5EF4-FFF2-40B4-BE49-F238E27FC236}">
                <a16:creationId xmlns:a16="http://schemas.microsoft.com/office/drawing/2014/main" xmlns="" id="{85EBA5FD-5B67-47F2-85B9-749742CC2C44}"/>
              </a:ext>
            </a:extLst>
          </p:cNvPr>
          <p:cNvSpPr txBox="1">
            <a:spLocks noChangeArrowheads="1"/>
          </p:cNvSpPr>
          <p:nvPr/>
        </p:nvSpPr>
        <p:spPr bwMode="auto">
          <a:xfrm>
            <a:off x="350838" y="2057400"/>
            <a:ext cx="45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t>Y</a:t>
            </a:r>
          </a:p>
        </p:txBody>
      </p:sp>
      <p:sp>
        <p:nvSpPr>
          <p:cNvPr id="63493" name="TextBox 16">
            <a:extLst>
              <a:ext uri="{FF2B5EF4-FFF2-40B4-BE49-F238E27FC236}">
                <a16:creationId xmlns:a16="http://schemas.microsoft.com/office/drawing/2014/main" xmlns="" id="{93B16D29-273C-4290-A7FA-A91354ADB729}"/>
              </a:ext>
            </a:extLst>
          </p:cNvPr>
          <p:cNvSpPr txBox="1">
            <a:spLocks noChangeArrowheads="1"/>
          </p:cNvSpPr>
          <p:nvPr/>
        </p:nvSpPr>
        <p:spPr bwMode="auto">
          <a:xfrm>
            <a:off x="4064000" y="1219200"/>
            <a:ext cx="2362200"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solidFill>
                  <a:srgbClr val="0070C0"/>
                </a:solidFill>
              </a:rPr>
              <a:t>+ : 1000 instances</a:t>
            </a:r>
          </a:p>
          <a:p>
            <a:pPr>
              <a:spcBef>
                <a:spcPct val="0"/>
              </a:spcBef>
              <a:spcAft>
                <a:spcPct val="0"/>
              </a:spcAft>
              <a:buClrTx/>
              <a:buSzTx/>
              <a:buFontTx/>
              <a:buNone/>
            </a:pPr>
            <a:endParaRPr lang="en-US" altLang="en-US" sz="1800">
              <a:solidFill>
                <a:srgbClr val="0070C0"/>
              </a:solidFill>
            </a:endParaRPr>
          </a:p>
          <a:p>
            <a:pPr>
              <a:spcBef>
                <a:spcPct val="0"/>
              </a:spcBef>
              <a:spcAft>
                <a:spcPct val="0"/>
              </a:spcAft>
              <a:buClrTx/>
              <a:buSzTx/>
              <a:buFontTx/>
              <a:buNone/>
            </a:pPr>
            <a:r>
              <a:rPr lang="en-US" altLang="en-US" sz="1800">
                <a:solidFill>
                  <a:srgbClr val="FF0000"/>
                </a:solidFill>
              </a:rPr>
              <a:t>o : 1000 instances</a:t>
            </a:r>
          </a:p>
          <a:p>
            <a:pPr>
              <a:spcBef>
                <a:spcPct val="0"/>
              </a:spcBef>
              <a:spcAft>
                <a:spcPct val="0"/>
              </a:spcAft>
              <a:buClrTx/>
              <a:buSzTx/>
              <a:buFontTx/>
              <a:buNone/>
            </a:pPr>
            <a:endParaRPr lang="en-US" altLang="en-US" sz="1800">
              <a:solidFill>
                <a:srgbClr val="FF0000"/>
              </a:solidFill>
            </a:endParaRPr>
          </a:p>
        </p:txBody>
      </p:sp>
      <p:sp>
        <p:nvSpPr>
          <p:cNvPr id="63494" name="TextBox 17">
            <a:extLst>
              <a:ext uri="{FF2B5EF4-FFF2-40B4-BE49-F238E27FC236}">
                <a16:creationId xmlns:a16="http://schemas.microsoft.com/office/drawing/2014/main" xmlns="" id="{2377FC01-AA49-4CB2-8228-D58D50C2BFD7}"/>
              </a:ext>
            </a:extLst>
          </p:cNvPr>
          <p:cNvSpPr txBox="1">
            <a:spLocks noChangeArrowheads="1"/>
          </p:cNvSpPr>
          <p:nvPr/>
        </p:nvSpPr>
        <p:spPr bwMode="auto">
          <a:xfrm>
            <a:off x="6477000" y="1219200"/>
            <a:ext cx="2362200"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t>Entropy (X) : 0.99 </a:t>
            </a:r>
          </a:p>
          <a:p>
            <a:pPr>
              <a:spcBef>
                <a:spcPct val="0"/>
              </a:spcBef>
              <a:spcAft>
                <a:spcPct val="0"/>
              </a:spcAft>
              <a:buClrTx/>
              <a:buSzTx/>
              <a:buFontTx/>
              <a:buNone/>
            </a:pPr>
            <a:r>
              <a:rPr lang="en-US" altLang="en-US" sz="1800"/>
              <a:t>Entropy (Y) : 0.99</a:t>
            </a:r>
          </a:p>
          <a:p>
            <a:pPr>
              <a:spcBef>
                <a:spcPct val="0"/>
              </a:spcBef>
              <a:spcAft>
                <a:spcPct val="0"/>
              </a:spcAft>
              <a:buClrTx/>
              <a:buSzTx/>
              <a:buFontTx/>
              <a:buNone/>
            </a:pPr>
            <a:endParaRPr lang="en-US" altLang="en-US" sz="1800"/>
          </a:p>
          <a:p>
            <a:pPr>
              <a:spcBef>
                <a:spcPct val="0"/>
              </a:spcBef>
              <a:spcAft>
                <a:spcPct val="0"/>
              </a:spcAft>
              <a:buClrTx/>
              <a:buSzTx/>
              <a:buFontTx/>
              <a:buNone/>
            </a:pPr>
            <a:endParaRPr lang="en-US" altLang="en-US" sz="1800"/>
          </a:p>
          <a:p>
            <a:pPr>
              <a:spcBef>
                <a:spcPct val="0"/>
              </a:spcBef>
              <a:spcAft>
                <a:spcPct val="0"/>
              </a:spcAft>
              <a:buClrTx/>
              <a:buSzTx/>
              <a:buFontTx/>
              <a:buNone/>
            </a:pPr>
            <a:endParaRPr lang="en-US" altLang="en-US" sz="1800"/>
          </a:p>
        </p:txBody>
      </p:sp>
      <p:sp>
        <p:nvSpPr>
          <p:cNvPr id="2" name="Date Placeholder 1">
            <a:extLst>
              <a:ext uri="{FF2B5EF4-FFF2-40B4-BE49-F238E27FC236}">
                <a16:creationId xmlns:a16="http://schemas.microsoft.com/office/drawing/2014/main" xmlns="" id="{0BECBE18-74D9-43DA-9E87-15853FE7F49F}"/>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B178E8C8-2F8B-4FC4-81FC-9E5915D44791}"/>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089D331A-700F-47F1-BA2F-C8A274721538}"/>
              </a:ext>
            </a:extLst>
          </p:cNvPr>
          <p:cNvSpPr>
            <a:spLocks noGrp="1"/>
          </p:cNvSpPr>
          <p:nvPr>
            <p:ph type="sldNum" sz="quarter" idx="12"/>
          </p:nvPr>
        </p:nvSpPr>
        <p:spPr/>
        <p:txBody>
          <a:bodyPr/>
          <a:lstStyle/>
          <a:p>
            <a:pPr>
              <a:defRPr/>
            </a:pPr>
            <a:fld id="{0B8E6DBA-7726-4D4D-9332-A60DF1A4A5B7}" type="slidenum">
              <a:rPr lang="en-US"/>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CFBFFAF9-FFF5-4B8D-9FDD-03B78D90D10F}"/>
              </a:ext>
            </a:extLst>
          </p:cNvPr>
          <p:cNvPicPr>
            <a:picLocks noChangeAspect="1"/>
          </p:cNvPicPr>
          <p:nvPr/>
        </p:nvPicPr>
        <p:blipFill>
          <a:blip r:embed="rId2" cstate="print"/>
          <a:stretch>
            <a:fillRect/>
          </a:stretch>
        </p:blipFill>
        <p:spPr>
          <a:xfrm>
            <a:off x="1422873" y="1206861"/>
            <a:ext cx="6061896" cy="3934796"/>
          </a:xfrm>
          <a:prstGeom prst="rect">
            <a:avLst/>
          </a:prstGeom>
        </p:spPr>
      </p:pic>
      <p:sp>
        <p:nvSpPr>
          <p:cNvPr id="4" name="Title 1">
            <a:extLst>
              <a:ext uri="{FF2B5EF4-FFF2-40B4-BE49-F238E27FC236}">
                <a16:creationId xmlns:a16="http://schemas.microsoft.com/office/drawing/2014/main" xmlns="" id="{92B5CC71-6962-4F09-866D-0D9DB0ADE012}"/>
              </a:ext>
            </a:extLst>
          </p:cNvPr>
          <p:cNvSpPr txBox="1">
            <a:spLocks/>
          </p:cNvSpPr>
          <p:nvPr/>
        </p:nvSpPr>
        <p:spPr>
          <a:xfrm>
            <a:off x="381000" y="31750"/>
            <a:ext cx="8280400" cy="65405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ＭＳ Ｐゴシック" charset="0"/>
                <a:cs typeface="ＭＳ Ｐゴシック" charset="0"/>
              </a:defRPr>
            </a:lvl1pPr>
            <a:lvl2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2pPr>
            <a:lvl3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3pPr>
            <a:lvl4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4pPr>
            <a:lvl5pPr algn="l" rtl="0" eaLnBrk="0" fontAlgn="base" hangingPunct="0">
              <a:lnSpc>
                <a:spcPts val="3600"/>
              </a:lnSpc>
              <a:spcBef>
                <a:spcPct val="0"/>
              </a:spcBef>
              <a:spcAft>
                <a:spcPct val="0"/>
              </a:spcAft>
              <a:defRPr sz="3200" b="1">
                <a:solidFill>
                  <a:schemeClr val="tx1"/>
                </a:solidFill>
                <a:latin typeface="Tahoma" pitchFamily="34" charset="0"/>
                <a:ea typeface="ＭＳ Ｐゴシック" charset="0"/>
                <a:cs typeface="ＭＳ Ｐゴシック"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a:defRPr/>
            </a:pPr>
            <a:r>
              <a:rPr lang="en-US" kern="0">
                <a:cs typeface="+mj-cs"/>
              </a:rPr>
              <a:t>Handling interactions</a:t>
            </a:r>
            <a:endParaRPr lang="en-US" kern="0" dirty="0">
              <a:cs typeface="+mj-cs"/>
            </a:endParaRPr>
          </a:p>
        </p:txBody>
      </p:sp>
      <p:sp>
        <p:nvSpPr>
          <p:cNvPr id="3" name="Date Placeholder 2"/>
          <p:cNvSpPr>
            <a:spLocks noGrp="1"/>
          </p:cNvSpPr>
          <p:nvPr>
            <p:ph type="dt" sz="half" idx="10"/>
          </p:nvPr>
        </p:nvSpPr>
        <p:spPr/>
        <p:txBody>
          <a:bodyPr/>
          <a:lstStyle/>
          <a:p>
            <a:pPr>
              <a:defRPr/>
            </a:pPr>
            <a:r>
              <a:rPr lang="en-US"/>
              <a:t>2/1/2021</a:t>
            </a:r>
            <a:endParaRPr lang="en-US" dirty="0"/>
          </a:p>
        </p:txBody>
      </p:sp>
      <p:sp>
        <p:nvSpPr>
          <p:cNvPr id="5" name="Footer Placeholder 4"/>
          <p:cNvSpPr>
            <a:spLocks noGrp="1"/>
          </p:cNvSpPr>
          <p:nvPr>
            <p:ph type="ftr" sz="quarter" idx="11"/>
          </p:nvPr>
        </p:nvSpPr>
        <p:spPr/>
        <p:txBody>
          <a:bodyPr/>
          <a:lstStyle/>
          <a:p>
            <a:pPr>
              <a:defRPr/>
            </a:pPr>
            <a:r>
              <a:rPr lang="en-US"/>
              <a:t>Introduction to Data Mining, 2</a:t>
            </a:r>
            <a:r>
              <a:rPr lang="en-US" baseline="30000"/>
              <a:t>nd</a:t>
            </a:r>
            <a:r>
              <a:rPr lang="en-US"/>
              <a:t> Edition</a:t>
            </a:r>
          </a:p>
        </p:txBody>
      </p:sp>
      <p:sp>
        <p:nvSpPr>
          <p:cNvPr id="6" name="Slide Number Placeholder 5"/>
          <p:cNvSpPr>
            <a:spLocks noGrp="1"/>
          </p:cNvSpPr>
          <p:nvPr>
            <p:ph type="sldNum" sz="quarter" idx="12"/>
          </p:nvPr>
        </p:nvSpPr>
        <p:spPr/>
        <p:txBody>
          <a:bodyPr/>
          <a:lstStyle/>
          <a:p>
            <a:pPr>
              <a:defRPr/>
            </a:pPr>
            <a:fld id="{76EE10A9-468F-43A0-AA1F-444D5252CD82}" type="slidenum">
              <a:rPr lang="en-US" smtClean="0"/>
              <a:pPr>
                <a:defRPr/>
              </a:pPr>
              <a:t>57</a:t>
            </a:fld>
            <a:endParaRPr lang="en-US"/>
          </a:p>
        </p:txBody>
      </p:sp>
    </p:spTree>
    <p:extLst>
      <p:ext uri="{BB962C8B-B14F-4D97-AF65-F5344CB8AC3E}">
        <p14:creationId xmlns:p14="http://schemas.microsoft.com/office/powerpoint/2010/main" xmlns="" val="2225965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xmlns="" id="{442E29D4-5500-4AC3-923C-9BE1491B2412}"/>
              </a:ext>
            </a:extLst>
          </p:cNvPr>
          <p:cNvSpPr>
            <a:spLocks noGrp="1"/>
          </p:cNvSpPr>
          <p:nvPr>
            <p:ph type="title"/>
          </p:nvPr>
        </p:nvSpPr>
        <p:spPr/>
        <p:txBody>
          <a:bodyPr/>
          <a:lstStyle/>
          <a:p>
            <a:pPr>
              <a:defRPr/>
            </a:pPr>
            <a:r>
              <a:rPr lang="en-US" sz="2400" dirty="0">
                <a:cs typeface="+mj-cs"/>
              </a:rPr>
              <a:t>Handling interactions given irrelevant attributes</a:t>
            </a:r>
          </a:p>
        </p:txBody>
      </p:sp>
      <p:pic>
        <p:nvPicPr>
          <p:cNvPr id="64514" name="Content Placeholder 1">
            <a:extLst>
              <a:ext uri="{FF2B5EF4-FFF2-40B4-BE49-F238E27FC236}">
                <a16:creationId xmlns:a16="http://schemas.microsoft.com/office/drawing/2014/main" xmlns="" id="{E34332D5-45D5-4D66-AF17-F449925A8DCE}"/>
              </a:ext>
            </a:extLst>
          </p:cNvPr>
          <p:cNvPicPr>
            <a:picLocks noGrp="1" noChangeAspect="1"/>
          </p:cNvPicPr>
          <p:nvPr>
            <p:ph idx="1"/>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l="9543" t="-2" b="7790"/>
          <a:stretch>
            <a:fillRect/>
          </a:stretch>
        </p:blipFill>
        <p:spPr>
          <a:xfrm>
            <a:off x="787400" y="1014413"/>
            <a:ext cx="3403600" cy="2513012"/>
          </a:xfrm>
        </p:spPr>
      </p:pic>
      <p:sp>
        <p:nvSpPr>
          <p:cNvPr id="64515" name="TextBox 2">
            <a:extLst>
              <a:ext uri="{FF2B5EF4-FFF2-40B4-BE49-F238E27FC236}">
                <a16:creationId xmlns:a16="http://schemas.microsoft.com/office/drawing/2014/main" xmlns="" id="{F2DE8A23-4E6D-4D3E-836F-18200719B664}"/>
              </a:ext>
            </a:extLst>
          </p:cNvPr>
          <p:cNvSpPr txBox="1">
            <a:spLocks noChangeArrowheads="1"/>
          </p:cNvSpPr>
          <p:nvPr/>
        </p:nvSpPr>
        <p:spPr bwMode="auto">
          <a:xfrm>
            <a:off x="4064000" y="1219200"/>
            <a:ext cx="2362200" cy="2308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solidFill>
                  <a:srgbClr val="0070C0"/>
                </a:solidFill>
              </a:rPr>
              <a:t>+ : 1000 instances</a:t>
            </a:r>
          </a:p>
          <a:p>
            <a:pPr>
              <a:spcBef>
                <a:spcPct val="0"/>
              </a:spcBef>
              <a:spcAft>
                <a:spcPct val="0"/>
              </a:spcAft>
              <a:buClrTx/>
              <a:buSzTx/>
              <a:buFontTx/>
              <a:buNone/>
            </a:pPr>
            <a:endParaRPr lang="en-US" altLang="en-US" sz="1800">
              <a:solidFill>
                <a:srgbClr val="0070C0"/>
              </a:solidFill>
            </a:endParaRPr>
          </a:p>
          <a:p>
            <a:pPr>
              <a:spcBef>
                <a:spcPct val="0"/>
              </a:spcBef>
              <a:spcAft>
                <a:spcPct val="0"/>
              </a:spcAft>
              <a:buClrTx/>
              <a:buSzTx/>
              <a:buFontTx/>
              <a:buNone/>
            </a:pPr>
            <a:r>
              <a:rPr lang="en-US" altLang="en-US" sz="1800">
                <a:solidFill>
                  <a:srgbClr val="FF0000"/>
                </a:solidFill>
              </a:rPr>
              <a:t>o : 1000 instances</a:t>
            </a:r>
          </a:p>
          <a:p>
            <a:pPr>
              <a:spcBef>
                <a:spcPct val="0"/>
              </a:spcBef>
              <a:spcAft>
                <a:spcPct val="0"/>
              </a:spcAft>
              <a:buClrTx/>
              <a:buSzTx/>
              <a:buFontTx/>
              <a:buNone/>
            </a:pPr>
            <a:endParaRPr lang="en-US" altLang="en-US" sz="1800">
              <a:solidFill>
                <a:srgbClr val="FF0000"/>
              </a:solidFill>
            </a:endParaRPr>
          </a:p>
          <a:p>
            <a:pPr>
              <a:spcBef>
                <a:spcPct val="0"/>
              </a:spcBef>
              <a:spcAft>
                <a:spcPct val="0"/>
              </a:spcAft>
              <a:buClrTx/>
              <a:buSzTx/>
              <a:buFontTx/>
              <a:buNone/>
            </a:pPr>
            <a:r>
              <a:rPr lang="en-US" altLang="en-US" sz="1800"/>
              <a:t>Adding Z as a noisy attribute generated from a uniform distribution</a:t>
            </a:r>
          </a:p>
        </p:txBody>
      </p:sp>
      <p:sp>
        <p:nvSpPr>
          <p:cNvPr id="64518" name="TextBox 7">
            <a:extLst>
              <a:ext uri="{FF2B5EF4-FFF2-40B4-BE49-F238E27FC236}">
                <a16:creationId xmlns:a16="http://schemas.microsoft.com/office/drawing/2014/main" xmlns="" id="{0D852AD3-8DD8-4EB8-BC2A-2F13C98108E4}"/>
              </a:ext>
            </a:extLst>
          </p:cNvPr>
          <p:cNvSpPr txBox="1">
            <a:spLocks noChangeArrowheads="1"/>
          </p:cNvSpPr>
          <p:nvPr/>
        </p:nvSpPr>
        <p:spPr bwMode="auto">
          <a:xfrm>
            <a:off x="350838" y="2057400"/>
            <a:ext cx="45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t>Y</a:t>
            </a:r>
          </a:p>
        </p:txBody>
      </p:sp>
      <p:sp>
        <p:nvSpPr>
          <p:cNvPr id="13" name="TextBox 12">
            <a:extLst>
              <a:ext uri="{FF2B5EF4-FFF2-40B4-BE49-F238E27FC236}">
                <a16:creationId xmlns:a16="http://schemas.microsoft.com/office/drawing/2014/main" xmlns="" id="{7BE1AEE2-4C10-471D-AA2C-BE286E89E6AB}"/>
              </a:ext>
            </a:extLst>
          </p:cNvPr>
          <p:cNvSpPr txBox="1">
            <a:spLocks noChangeArrowheads="1"/>
          </p:cNvSpPr>
          <p:nvPr/>
        </p:nvSpPr>
        <p:spPr bwMode="auto">
          <a:xfrm>
            <a:off x="6676103" y="1222836"/>
            <a:ext cx="2438400" cy="2586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dirty="0"/>
              <a:t>Entropy (X) : 0.99 </a:t>
            </a:r>
          </a:p>
          <a:p>
            <a:pPr>
              <a:spcBef>
                <a:spcPct val="0"/>
              </a:spcBef>
              <a:spcAft>
                <a:spcPct val="0"/>
              </a:spcAft>
              <a:buClrTx/>
              <a:buSzTx/>
              <a:buFontTx/>
              <a:buNone/>
            </a:pPr>
            <a:r>
              <a:rPr lang="en-US" altLang="en-US" sz="1800" dirty="0"/>
              <a:t>Entropy (Y) : 0.99</a:t>
            </a:r>
          </a:p>
          <a:p>
            <a:pPr>
              <a:spcBef>
                <a:spcPct val="0"/>
              </a:spcBef>
              <a:spcAft>
                <a:spcPct val="0"/>
              </a:spcAft>
              <a:buClrTx/>
              <a:buSzTx/>
              <a:buFontTx/>
              <a:buNone/>
            </a:pPr>
            <a:r>
              <a:rPr lang="en-US" altLang="en-US" sz="1800" dirty="0"/>
              <a:t>Entropy (Z) : 0.98</a:t>
            </a:r>
          </a:p>
          <a:p>
            <a:pPr>
              <a:spcBef>
                <a:spcPct val="0"/>
              </a:spcBef>
              <a:spcAft>
                <a:spcPct val="0"/>
              </a:spcAft>
              <a:buClrTx/>
              <a:buSzTx/>
              <a:buFontTx/>
              <a:buNone/>
            </a:pPr>
            <a:endParaRPr lang="en-US" altLang="en-US" sz="1800" dirty="0"/>
          </a:p>
          <a:p>
            <a:pPr>
              <a:spcBef>
                <a:spcPct val="0"/>
              </a:spcBef>
              <a:spcAft>
                <a:spcPct val="0"/>
              </a:spcAft>
              <a:buClrTx/>
              <a:buSzTx/>
              <a:buFontTx/>
              <a:buNone/>
            </a:pPr>
            <a:r>
              <a:rPr lang="en-US" altLang="en-US" sz="1800" dirty="0">
                <a:solidFill>
                  <a:srgbClr val="00B050"/>
                </a:solidFill>
              </a:rPr>
              <a:t>Attribute Z will be chosen for splitting!</a:t>
            </a:r>
          </a:p>
          <a:p>
            <a:pPr>
              <a:spcBef>
                <a:spcPct val="0"/>
              </a:spcBef>
              <a:spcAft>
                <a:spcPct val="0"/>
              </a:spcAft>
              <a:buClrTx/>
              <a:buSzTx/>
              <a:buFontTx/>
              <a:buNone/>
            </a:pPr>
            <a:endParaRPr lang="en-US" altLang="en-US" sz="1800" dirty="0"/>
          </a:p>
          <a:p>
            <a:pPr>
              <a:spcBef>
                <a:spcPct val="0"/>
              </a:spcBef>
              <a:spcAft>
                <a:spcPct val="0"/>
              </a:spcAft>
              <a:buClrTx/>
              <a:buSzTx/>
              <a:buFontTx/>
              <a:buNone/>
            </a:pPr>
            <a:endParaRPr lang="en-US" altLang="en-US" sz="1800" dirty="0"/>
          </a:p>
          <a:p>
            <a:pPr>
              <a:spcBef>
                <a:spcPct val="0"/>
              </a:spcBef>
              <a:spcAft>
                <a:spcPct val="0"/>
              </a:spcAft>
              <a:buClrTx/>
              <a:buSzTx/>
              <a:buFontTx/>
              <a:buNone/>
            </a:pPr>
            <a:endParaRPr lang="en-US" altLang="en-US" sz="1800" dirty="0"/>
          </a:p>
        </p:txBody>
      </p:sp>
      <p:sp>
        <p:nvSpPr>
          <p:cNvPr id="64524" name="TextBox 14">
            <a:extLst>
              <a:ext uri="{FF2B5EF4-FFF2-40B4-BE49-F238E27FC236}">
                <a16:creationId xmlns:a16="http://schemas.microsoft.com/office/drawing/2014/main" xmlns="" id="{379E2861-FDF3-4B26-9EB0-58817002D793}"/>
              </a:ext>
            </a:extLst>
          </p:cNvPr>
          <p:cNvSpPr txBox="1">
            <a:spLocks noChangeArrowheads="1"/>
          </p:cNvSpPr>
          <p:nvPr/>
        </p:nvSpPr>
        <p:spPr bwMode="auto">
          <a:xfrm>
            <a:off x="2209800" y="3429000"/>
            <a:ext cx="45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1800"/>
              <a:t>X </a:t>
            </a:r>
          </a:p>
        </p:txBody>
      </p:sp>
      <p:sp>
        <p:nvSpPr>
          <p:cNvPr id="2" name="Date Placeholder 1">
            <a:extLst>
              <a:ext uri="{FF2B5EF4-FFF2-40B4-BE49-F238E27FC236}">
                <a16:creationId xmlns:a16="http://schemas.microsoft.com/office/drawing/2014/main" xmlns="" id="{0291BD1B-5CAF-42B1-ADBE-CB5419515435}"/>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5BEF8E4F-CBE2-4311-90C0-A4312685303C}"/>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71B2F92D-E9BA-4EEA-A6E9-24C8CA047A23}"/>
              </a:ext>
            </a:extLst>
          </p:cNvPr>
          <p:cNvSpPr>
            <a:spLocks noGrp="1"/>
          </p:cNvSpPr>
          <p:nvPr>
            <p:ph type="sldNum" sz="quarter" idx="12"/>
          </p:nvPr>
        </p:nvSpPr>
        <p:spPr/>
        <p:txBody>
          <a:bodyPr/>
          <a:lstStyle/>
          <a:p>
            <a:pPr>
              <a:defRPr/>
            </a:pPr>
            <a:fld id="{EA822617-F225-481C-ACCD-76CA721250CA}" type="slidenum">
              <a:rPr lang="en-US"/>
              <a:pPr>
                <a:defRPr/>
              </a:pPr>
              <a:t>58</a:t>
            </a:fld>
            <a:endParaRPr lang="en-US"/>
          </a:p>
        </p:txBody>
      </p:sp>
      <p:pic>
        <p:nvPicPr>
          <p:cNvPr id="5" name="Picture 4"/>
          <p:cNvPicPr>
            <a:picLocks noChangeAspect="1"/>
          </p:cNvPicPr>
          <p:nvPr/>
        </p:nvPicPr>
        <p:blipFill>
          <a:blip r:embed="rId3" cstate="print"/>
          <a:stretch>
            <a:fillRect/>
          </a:stretch>
        </p:blipFill>
        <p:spPr>
          <a:xfrm>
            <a:off x="3200281" y="3794514"/>
            <a:ext cx="2743438" cy="2834886"/>
          </a:xfrm>
          <a:prstGeom prst="rect">
            <a:avLst/>
          </a:prstGeom>
        </p:spPr>
      </p:pic>
    </p:spTree>
    <p:extLst>
      <p:ext uri="{BB962C8B-B14F-4D97-AF65-F5344CB8AC3E}">
        <p14:creationId xmlns:p14="http://schemas.microsoft.com/office/powerpoint/2010/main" xmlns="" val="149823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xmlns="" id="{28B9DE5C-B1E5-46DA-8E9D-03027543955F}"/>
              </a:ext>
            </a:extLst>
          </p:cNvPr>
          <p:cNvSpPr>
            <a:spLocks noGrp="1"/>
          </p:cNvSpPr>
          <p:nvPr>
            <p:ph type="title"/>
          </p:nvPr>
        </p:nvSpPr>
        <p:spPr>
          <a:xfrm>
            <a:off x="76200" y="228600"/>
            <a:ext cx="8839200" cy="533400"/>
          </a:xfrm>
        </p:spPr>
        <p:txBody>
          <a:bodyPr/>
          <a:lstStyle/>
          <a:p>
            <a:pPr>
              <a:defRPr/>
            </a:pPr>
            <a:r>
              <a:rPr lang="en-US" sz="2300">
                <a:cs typeface="+mj-cs"/>
              </a:rPr>
              <a:t>Limitations of single attribute-based decision boundaries</a:t>
            </a:r>
          </a:p>
        </p:txBody>
      </p:sp>
      <p:sp>
        <p:nvSpPr>
          <p:cNvPr id="65538" name="TextBox 6">
            <a:extLst>
              <a:ext uri="{FF2B5EF4-FFF2-40B4-BE49-F238E27FC236}">
                <a16:creationId xmlns:a16="http://schemas.microsoft.com/office/drawing/2014/main" xmlns="" id="{E95BB08C-0E14-45E2-AC8C-BC881E1BA095}"/>
              </a:ext>
            </a:extLst>
          </p:cNvPr>
          <p:cNvSpPr txBox="1">
            <a:spLocks noChangeArrowheads="1"/>
          </p:cNvSpPr>
          <p:nvPr/>
        </p:nvSpPr>
        <p:spPr bwMode="auto">
          <a:xfrm>
            <a:off x="5956300" y="1828800"/>
            <a:ext cx="2895600" cy="2246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84" charset="2"/>
              <a:buChar char="l"/>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100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ct val="0"/>
              </a:spcAft>
              <a:buClrTx/>
              <a:buSzTx/>
              <a:buFontTx/>
              <a:buNone/>
            </a:pPr>
            <a:r>
              <a:rPr lang="en-US" altLang="en-US" sz="2000"/>
              <a:t>Both</a:t>
            </a:r>
            <a:r>
              <a:rPr lang="en-US" altLang="en-US" sz="2000">
                <a:solidFill>
                  <a:srgbClr val="0070C0"/>
                </a:solidFill>
              </a:rPr>
              <a:t> positive (+)</a:t>
            </a:r>
            <a:r>
              <a:rPr lang="en-US" altLang="en-US" sz="2000"/>
              <a:t> and </a:t>
            </a:r>
            <a:r>
              <a:rPr lang="en-US" altLang="en-US" sz="2000">
                <a:solidFill>
                  <a:srgbClr val="FF0000"/>
                </a:solidFill>
              </a:rPr>
              <a:t>negative (o)</a:t>
            </a:r>
            <a:r>
              <a:rPr lang="en-US" altLang="en-US" sz="2000"/>
              <a:t> classes generated from skewed Gaussians with centers at (8,8) and (12,12) respectively.  </a:t>
            </a:r>
          </a:p>
        </p:txBody>
      </p:sp>
      <p:pic>
        <p:nvPicPr>
          <p:cNvPr id="54277" name="Picture 5" descr="C:\Users\Ankush\Desktop\oblique.png">
            <a:extLst>
              <a:ext uri="{FF2B5EF4-FFF2-40B4-BE49-F238E27FC236}">
                <a16:creationId xmlns:a16="http://schemas.microsoft.com/office/drawing/2014/main" xmlns="" id="{93784B9D-FD2B-40CC-9FDB-89EA55059BC7}"/>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25400" y="1524000"/>
            <a:ext cx="61976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4278" name="Picture 6" descr="C:\Users\Ankush\Desktop\oblique2.png">
            <a:extLst>
              <a:ext uri="{FF2B5EF4-FFF2-40B4-BE49-F238E27FC236}">
                <a16:creationId xmlns:a16="http://schemas.microsoft.com/office/drawing/2014/main" xmlns="" id="{D841BE94-8CBB-42F3-8704-27D836DF43E3}"/>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31750" y="1524000"/>
            <a:ext cx="6184900" cy="4638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xmlns="" id="{E25289F7-C102-427A-AE70-6967FA4433CA}"/>
              </a:ext>
            </a:extLst>
          </p:cNvPr>
          <p:cNvSpPr>
            <a:spLocks noGrp="1"/>
          </p:cNvSpPr>
          <p:nvPr>
            <p:ph type="dt" sz="quarter" idx="10"/>
          </p:nvPr>
        </p:nvSpPr>
        <p:spPr/>
        <p:txBody>
          <a:bodyPr/>
          <a:lstStyle/>
          <a:p>
            <a:pPr>
              <a:defRPr/>
            </a:pPr>
            <a:r>
              <a:rPr lang="en-US"/>
              <a:t>2/1/2021</a:t>
            </a:r>
            <a:endParaRPr lang="en-US" dirty="0"/>
          </a:p>
        </p:txBody>
      </p:sp>
      <p:sp>
        <p:nvSpPr>
          <p:cNvPr id="3" name="Footer Placeholder 2">
            <a:extLst>
              <a:ext uri="{FF2B5EF4-FFF2-40B4-BE49-F238E27FC236}">
                <a16:creationId xmlns:a16="http://schemas.microsoft.com/office/drawing/2014/main" xmlns="" id="{B41BCD97-90F3-4FDC-94D7-447FE190F0E4}"/>
              </a:ext>
            </a:extLst>
          </p:cNvPr>
          <p:cNvSpPr>
            <a:spLocks noGrp="1"/>
          </p:cNvSpPr>
          <p:nvPr>
            <p:ph type="ftr" sz="quarter" idx="11"/>
          </p:nvPr>
        </p:nvSpPr>
        <p:spPr/>
        <p:txBody>
          <a:bodyPr/>
          <a:lstStyle/>
          <a:p>
            <a:pPr>
              <a:defRPr/>
            </a:pPr>
            <a:r>
              <a:rPr lang="en-US"/>
              <a:t>Introduction to Data Mining, 2</a:t>
            </a:r>
            <a:r>
              <a:rPr lang="en-US" baseline="30000"/>
              <a:t>nd</a:t>
            </a:r>
            <a:r>
              <a:rPr lang="en-US"/>
              <a:t> Edition</a:t>
            </a:r>
            <a:endParaRPr lang="en-US" dirty="0"/>
          </a:p>
        </p:txBody>
      </p:sp>
      <p:sp>
        <p:nvSpPr>
          <p:cNvPr id="4" name="Slide Number Placeholder 3">
            <a:extLst>
              <a:ext uri="{FF2B5EF4-FFF2-40B4-BE49-F238E27FC236}">
                <a16:creationId xmlns:a16="http://schemas.microsoft.com/office/drawing/2014/main" xmlns="" id="{92BA9820-9662-46A6-ADDE-3DD2ED144B10}"/>
              </a:ext>
            </a:extLst>
          </p:cNvPr>
          <p:cNvSpPr>
            <a:spLocks noGrp="1"/>
          </p:cNvSpPr>
          <p:nvPr>
            <p:ph type="sldNum" sz="quarter" idx="12"/>
          </p:nvPr>
        </p:nvSpPr>
        <p:spPr/>
        <p:txBody>
          <a:bodyPr/>
          <a:lstStyle/>
          <a:p>
            <a:pPr>
              <a:defRPr/>
            </a:pPr>
            <a:fld id="{55D22FE4-A033-49DE-ADF8-701A1E3A2782}" type="slidenum">
              <a:rPr lang="en-US"/>
              <a:pPr>
                <a:defRPr/>
              </a:pPr>
              <a:t>59</a:t>
            </a:fld>
            <a:endParaRPr lang="en-US"/>
          </a:p>
        </p:txBody>
      </p:sp>
      <mc:AlternateContent xmlns:mc="http://schemas.openxmlformats.org/markup-compatibility/2006">
        <mc:Choice xmlns:p14="http://schemas.microsoft.com/office/powerpoint/2010/main" xmlns="" Requires="p14">
          <p:contentPart p14:bwMode="auto" r:id="rId4">
            <p14:nvContentPartPr>
              <p14:cNvPr id="5" name="Ink 4"/>
              <p14:cNvContentPartPr/>
              <p14:nvPr/>
            </p14:nvContentPartPr>
            <p14:xfrm>
              <a:off x="5722920" y="3593520"/>
              <a:ext cx="210960" cy="181800"/>
            </p14:xfrm>
          </p:contentPart>
        </mc:Choice>
        <mc:Fallback>
          <p:pic>
            <p:nvPicPr>
              <p:cNvPr id="5" name="Ink 4"/>
              <p:cNvPicPr/>
              <p:nvPr/>
            </p:nvPicPr>
            <p:blipFill>
              <a:blip r:embed="rId5" cstate="print"/>
              <a:stretch>
                <a:fillRect/>
              </a:stretch>
            </p:blipFill>
            <p:spPr>
              <a:xfrm>
                <a:off x="5715360" y="3587400"/>
                <a:ext cx="227880" cy="196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
            <p14:nvContentPartPr>
              <p14:cNvPr id="6" name="Ink 5"/>
              <p14:cNvContentPartPr/>
              <p14:nvPr/>
            </p14:nvContentPartPr>
            <p14:xfrm>
              <a:off x="2638800" y="1735920"/>
              <a:ext cx="1503360" cy="4287240"/>
            </p14:xfrm>
          </p:contentPart>
        </mc:Choice>
        <mc:Fallback>
          <p:pic>
            <p:nvPicPr>
              <p:cNvPr id="6" name="Ink 5"/>
              <p:cNvPicPr/>
              <p:nvPr/>
            </p:nvPicPr>
            <p:blipFill>
              <a:blip r:embed="rId7" cstate="print"/>
              <a:stretch>
                <a:fillRect/>
              </a:stretch>
            </p:blipFill>
            <p:spPr>
              <a:xfrm>
                <a:off x="2633760" y="1730880"/>
                <a:ext cx="1513080" cy="4297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42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000" b="1" dirty="0" smtClean="0"/>
              <a:t>Advantages of Artificial Neural Networks</a:t>
            </a:r>
          </a:p>
          <a:p>
            <a:pPr algn="just"/>
            <a:r>
              <a:rPr lang="en-US" sz="2000" dirty="0" smtClean="0"/>
              <a:t>Artificial neural networks have the ability to provide the data to be processed in parallel, which means they can handle more than one task at the same time.</a:t>
            </a:r>
          </a:p>
          <a:p>
            <a:pPr algn="just"/>
            <a:r>
              <a:rPr lang="en-US" sz="2000" dirty="0" smtClean="0"/>
              <a:t>Artificial neural networks have been in resistance. This means that the loss of one or more cells, or neural networks, influences the performance of Artificial Neural networks.</a:t>
            </a:r>
          </a:p>
          <a:p>
            <a:pPr algn="just"/>
            <a:r>
              <a:rPr lang="en-US" sz="2000" dirty="0" smtClean="0"/>
              <a:t>Artificial neural networks are used to store information on the network so that, even in the absence of a data pair, it does not mean that the network is not generating results.</a:t>
            </a:r>
          </a:p>
          <a:p>
            <a:pPr algn="just"/>
            <a:r>
              <a:rPr lang="en-US" sz="2000" dirty="0" smtClean="0"/>
              <a:t>Artificial neural networks are gradually being broken down, which means that they will not suddenly stop working and these networks are gradually being broken down.</a:t>
            </a:r>
          </a:p>
          <a:p>
            <a:pPr algn="just"/>
            <a:r>
              <a:rPr lang="en-US" sz="2000" dirty="0" smtClean="0"/>
              <a:t>We are able to train ANN’s that these networks learn from past events and make decisions.</a:t>
            </a:r>
          </a:p>
          <a:p>
            <a:pPr algn="just"/>
            <a:endParaRPr lang="en-US" sz="2000" dirty="0"/>
          </a:p>
        </p:txBody>
      </p:sp>
      <p:sp>
        <p:nvSpPr>
          <p:cNvPr id="4" name="Date Placeholder 3"/>
          <p:cNvSpPr>
            <a:spLocks noGrp="1"/>
          </p:cNvSpPr>
          <p:nvPr>
            <p:ph type="dt" sz="half" idx="10"/>
          </p:nvPr>
        </p:nvSpPr>
        <p:spPr/>
        <p:txBody>
          <a:bodyPr/>
          <a:lstStyle/>
          <a:p>
            <a:pPr>
              <a:defRPr/>
            </a:pPr>
            <a:r>
              <a:rPr lang="en-US" smtClean="0"/>
              <a:t>2/1/2021</a:t>
            </a:r>
            <a:endParaRPr lang="en-US" dirty="0"/>
          </a:p>
        </p:txBody>
      </p:sp>
      <p:sp>
        <p:nvSpPr>
          <p:cNvPr id="5" name="Footer Placeholder 4"/>
          <p:cNvSpPr>
            <a:spLocks noGrp="1"/>
          </p:cNvSpPr>
          <p:nvPr>
            <p:ph type="ftr" sz="quarter" idx="11"/>
          </p:nvPr>
        </p:nvSpPr>
        <p:spPr/>
        <p:txBody>
          <a:bodyPr/>
          <a:lstStyle/>
          <a:p>
            <a:pPr>
              <a:defRPr/>
            </a:pPr>
            <a:r>
              <a:rPr lang="en-US" smtClean="0"/>
              <a:t>Introduction to Data Mining, 2</a:t>
            </a:r>
            <a:r>
              <a:rPr lang="en-US" baseline="30000" smtClean="0"/>
              <a:t>nd</a:t>
            </a:r>
            <a:r>
              <a:rPr lang="en-US" smtClean="0"/>
              <a:t> Edition</a:t>
            </a:r>
            <a:endParaRPr lang="en-US"/>
          </a:p>
        </p:txBody>
      </p:sp>
      <p:sp>
        <p:nvSpPr>
          <p:cNvPr id="6" name="Slide Number Placeholder 5"/>
          <p:cNvSpPr>
            <a:spLocks noGrp="1"/>
          </p:cNvSpPr>
          <p:nvPr>
            <p:ph type="sldNum" sz="quarter" idx="12"/>
          </p:nvPr>
        </p:nvSpPr>
        <p:spPr/>
        <p:txBody>
          <a:bodyPr/>
          <a:lstStyle/>
          <a:p>
            <a:pPr>
              <a:defRPr/>
            </a:pPr>
            <a:fld id="{24876ADD-85D9-4CF9-A35B-123309FF4FEE}"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000" b="1" dirty="0" smtClean="0"/>
              <a:t>Disadvantages of Artificial Neural Networks</a:t>
            </a:r>
          </a:p>
          <a:p>
            <a:pPr algn="just"/>
            <a:r>
              <a:rPr lang="en-US" sz="2000" dirty="0" smtClean="0"/>
              <a:t>As we mentioned before, with ANN arms hanging along with the execution of parallel processing, and so they need processors that support parallel processing, so the ANNs are dependent on the hardware.</a:t>
            </a:r>
          </a:p>
          <a:p>
            <a:pPr algn="just"/>
            <a:r>
              <a:rPr lang="en-US" sz="2000" dirty="0" smtClean="0"/>
              <a:t>Since it’s similar to the functionality of the human brain, we may not be able to determine what is the proper network structure of an Artificial Neural network.</a:t>
            </a:r>
          </a:p>
          <a:p>
            <a:pPr algn="just"/>
            <a:r>
              <a:rPr lang="en-US" sz="2000" dirty="0" smtClean="0"/>
              <a:t>Not only do artificial neural networks, but also the statistical models can be trained with only numeric data, so it makes it very difficult for ANN to understand the problem statement.</a:t>
            </a:r>
          </a:p>
          <a:p>
            <a:pPr algn="just"/>
            <a:r>
              <a:rPr lang="en-US" sz="2000" dirty="0" smtClean="0"/>
              <a:t>When an artificial neural network that provides a solution to the problem statements that we really don’t know on what basis it will give the solution, and this time, ANN is not a reliable</a:t>
            </a:r>
          </a:p>
          <a:p>
            <a:pPr algn="just"/>
            <a:endParaRPr lang="en-US" sz="2000" dirty="0"/>
          </a:p>
        </p:txBody>
      </p:sp>
      <p:sp>
        <p:nvSpPr>
          <p:cNvPr id="4" name="Date Placeholder 3"/>
          <p:cNvSpPr>
            <a:spLocks noGrp="1"/>
          </p:cNvSpPr>
          <p:nvPr>
            <p:ph type="dt" sz="half" idx="10"/>
          </p:nvPr>
        </p:nvSpPr>
        <p:spPr/>
        <p:txBody>
          <a:bodyPr/>
          <a:lstStyle/>
          <a:p>
            <a:pPr>
              <a:defRPr/>
            </a:pPr>
            <a:r>
              <a:rPr lang="en-US" smtClean="0"/>
              <a:t>2/1/2021</a:t>
            </a:r>
            <a:endParaRPr lang="en-US" dirty="0"/>
          </a:p>
        </p:txBody>
      </p:sp>
      <p:sp>
        <p:nvSpPr>
          <p:cNvPr id="5" name="Footer Placeholder 4"/>
          <p:cNvSpPr>
            <a:spLocks noGrp="1"/>
          </p:cNvSpPr>
          <p:nvPr>
            <p:ph type="ftr" sz="quarter" idx="11"/>
          </p:nvPr>
        </p:nvSpPr>
        <p:spPr/>
        <p:txBody>
          <a:bodyPr/>
          <a:lstStyle/>
          <a:p>
            <a:pPr>
              <a:defRPr/>
            </a:pPr>
            <a:r>
              <a:rPr lang="en-US" smtClean="0"/>
              <a:t>Introduction to Data Mining, 2</a:t>
            </a:r>
            <a:r>
              <a:rPr lang="en-US" baseline="30000" smtClean="0"/>
              <a:t>nd</a:t>
            </a:r>
            <a:r>
              <a:rPr lang="en-US" smtClean="0"/>
              <a:t> Edition</a:t>
            </a:r>
            <a:endParaRPr lang="en-US"/>
          </a:p>
        </p:txBody>
      </p:sp>
      <p:sp>
        <p:nvSpPr>
          <p:cNvPr id="6" name="Slide Number Placeholder 5"/>
          <p:cNvSpPr>
            <a:spLocks noGrp="1"/>
          </p:cNvSpPr>
          <p:nvPr>
            <p:ph type="sldNum" sz="quarter" idx="12"/>
          </p:nvPr>
        </p:nvSpPr>
        <p:spPr/>
        <p:txBody>
          <a:bodyPr/>
          <a:lstStyle/>
          <a:p>
            <a:pPr>
              <a:defRPr/>
            </a:pPr>
            <a:fld id="{24876ADD-85D9-4CF9-A35B-123309FF4FEE}"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smtClean="0"/>
              <a:t>2/1/2021</a:t>
            </a:r>
            <a:endParaRPr lang="en-US" dirty="0"/>
          </a:p>
        </p:txBody>
      </p:sp>
      <p:sp>
        <p:nvSpPr>
          <p:cNvPr id="5" name="Footer Placeholder 4"/>
          <p:cNvSpPr>
            <a:spLocks noGrp="1"/>
          </p:cNvSpPr>
          <p:nvPr>
            <p:ph type="ftr" sz="quarter" idx="11"/>
          </p:nvPr>
        </p:nvSpPr>
        <p:spPr/>
        <p:txBody>
          <a:bodyPr/>
          <a:lstStyle/>
          <a:p>
            <a:pPr>
              <a:defRPr/>
            </a:pPr>
            <a:r>
              <a:rPr lang="en-US" smtClean="0"/>
              <a:t>Introduction to Data Mining, 2</a:t>
            </a:r>
            <a:r>
              <a:rPr lang="en-US" baseline="30000" smtClean="0"/>
              <a:t>nd</a:t>
            </a:r>
            <a:r>
              <a:rPr lang="en-US" smtClean="0"/>
              <a:t> Edition</a:t>
            </a:r>
            <a:endParaRPr lang="en-US"/>
          </a:p>
        </p:txBody>
      </p:sp>
      <p:sp>
        <p:nvSpPr>
          <p:cNvPr id="6" name="Slide Number Placeholder 5"/>
          <p:cNvSpPr>
            <a:spLocks noGrp="1"/>
          </p:cNvSpPr>
          <p:nvPr>
            <p:ph type="sldNum" sz="quarter" idx="12"/>
          </p:nvPr>
        </p:nvSpPr>
        <p:spPr/>
        <p:txBody>
          <a:bodyPr/>
          <a:lstStyle/>
          <a:p>
            <a:pPr>
              <a:defRPr/>
            </a:pPr>
            <a:fld id="{24876ADD-85D9-4CF9-A35B-123309FF4FEE}" type="slidenum">
              <a:rPr lang="en-US" smtClean="0"/>
              <a:pPr>
                <a:defRPr/>
              </a:pPr>
              <a:t>62</a:t>
            </a:fld>
            <a:endParaRPr lang="en-US"/>
          </a:p>
        </p:txBody>
      </p:sp>
      <p:sp>
        <p:nvSpPr>
          <p:cNvPr id="7" name="Rectangle 6"/>
          <p:cNvSpPr/>
          <p:nvPr/>
        </p:nvSpPr>
        <p:spPr>
          <a:xfrm>
            <a:off x="304800" y="990600"/>
            <a:ext cx="8458200" cy="5509200"/>
          </a:xfrm>
          <a:prstGeom prst="rect">
            <a:avLst/>
          </a:prstGeom>
        </p:spPr>
        <p:txBody>
          <a:bodyPr wrap="square">
            <a:spAutoFit/>
          </a:bodyPr>
          <a:lstStyle/>
          <a:p>
            <a:pPr algn="just"/>
            <a:r>
              <a:rPr lang="en-US" sz="2200" dirty="0" smtClean="0"/>
              <a:t>Advantages of Using Naive </a:t>
            </a:r>
            <a:r>
              <a:rPr lang="en-US" sz="2200" dirty="0" err="1" smtClean="0"/>
              <a:t>Bayes</a:t>
            </a:r>
            <a:r>
              <a:rPr lang="en-US" sz="2200" dirty="0" smtClean="0"/>
              <a:t> Classifier</a:t>
            </a:r>
          </a:p>
          <a:p>
            <a:pPr algn="just"/>
            <a:r>
              <a:rPr lang="en-US" sz="2200" b="0" dirty="0" smtClean="0"/>
              <a:t>Simple to Implement. The conditional probabilities are easy to evaluate.</a:t>
            </a:r>
          </a:p>
          <a:p>
            <a:pPr algn="just"/>
            <a:r>
              <a:rPr lang="en-US" sz="2200" b="0" dirty="0" smtClean="0"/>
              <a:t>Very fast – no iterations since the probabilities can be directly computed. So this technique is useful where speed of training is important.</a:t>
            </a:r>
          </a:p>
          <a:p>
            <a:pPr algn="just"/>
            <a:r>
              <a:rPr lang="en-US" sz="2200" b="0" dirty="0" smtClean="0"/>
              <a:t>If the conditional Independence assumption holds, it could give great results.</a:t>
            </a:r>
          </a:p>
          <a:p>
            <a:pPr algn="just"/>
            <a:r>
              <a:rPr lang="en-US" sz="2200" dirty="0" smtClean="0"/>
              <a:t>Disadvantages of Using Naive </a:t>
            </a:r>
            <a:r>
              <a:rPr lang="en-US" sz="2200" dirty="0" err="1" smtClean="0"/>
              <a:t>Bayes</a:t>
            </a:r>
            <a:r>
              <a:rPr lang="en-US" sz="2200" dirty="0" smtClean="0"/>
              <a:t> Classifier</a:t>
            </a:r>
          </a:p>
          <a:p>
            <a:pPr algn="just"/>
            <a:r>
              <a:rPr lang="en-US" sz="2200" b="0" dirty="0" smtClean="0"/>
              <a:t>Conditional Independence Assumption does not always hold. In most situations, the feature show some form of dependency.</a:t>
            </a:r>
          </a:p>
          <a:p>
            <a:pPr algn="just"/>
            <a:r>
              <a:rPr lang="en-US" sz="2200" dirty="0" smtClean="0"/>
              <a:t>Zero probability problem : </a:t>
            </a:r>
            <a:r>
              <a:rPr lang="en-US" sz="2200" b="0" dirty="0" smtClean="0"/>
              <a:t>When we encounter words in the test data for a particular class that are not present in the training data, we might end up with zero class probabilities. See the example below for more details: P(bumper | Ham) is 0 since bumper does not </a:t>
            </a:r>
            <a:r>
              <a:rPr lang="en-US" sz="2200" b="0" dirty="0" err="1" smtClean="0"/>
              <a:t>occuer</a:t>
            </a:r>
            <a:r>
              <a:rPr lang="en-US" sz="2200" b="0" dirty="0" smtClean="0"/>
              <a:t> in any ham (non-spam) documents in the training data.</a:t>
            </a:r>
            <a:endParaRPr lang="en-US" sz="2200" b="0" dirty="0"/>
          </a:p>
        </p:txBody>
      </p:sp>
    </p:spTree>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673</TotalTime>
  <Pages>3</Pages>
  <Words>2919</Words>
  <Application>Microsoft Office PowerPoint</Application>
  <PresentationFormat>On-screen Show (4:3)</PresentationFormat>
  <Paragraphs>721</Paragraphs>
  <Slides>62</Slides>
  <Notes>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62</vt:i4>
      </vt:variant>
    </vt:vector>
  </HeadingPairs>
  <TitlesOfParts>
    <vt:vector size="65" baseType="lpstr">
      <vt:lpstr>LC.BRev.FY97</vt:lpstr>
      <vt:lpstr>Document</vt:lpstr>
      <vt:lpstr>Visio</vt:lpstr>
      <vt:lpstr>Data Mining  Classification: Basic Concepts and Techniques</vt:lpstr>
      <vt:lpstr>Classification: Definition</vt:lpstr>
      <vt:lpstr>Examples of Classification Task</vt:lpstr>
      <vt:lpstr>General Approach for Building Classification Model</vt:lpstr>
      <vt:lpstr>Classification Techniques</vt:lpstr>
      <vt:lpstr>Example of a Decision Tree</vt:lpstr>
      <vt:lpstr>Apply Model to Test Data</vt:lpstr>
      <vt:lpstr>Apply Model to Test Data</vt:lpstr>
      <vt:lpstr>Apply Model to Test Data</vt:lpstr>
      <vt:lpstr>Apply Model to Test Data</vt:lpstr>
      <vt:lpstr>Apply Model to Test Data</vt:lpstr>
      <vt:lpstr>Apply Model to Test Data</vt:lpstr>
      <vt:lpstr>Another Example of Decision Tree</vt:lpstr>
      <vt:lpstr>Decision Tree Classification Task</vt:lpstr>
      <vt:lpstr>Decision Tree Induction</vt:lpstr>
      <vt:lpstr>General Structure of Hunt’s Algorithm</vt:lpstr>
      <vt:lpstr>Hunt’s Algorithm</vt:lpstr>
      <vt:lpstr>Hunt’s Algorithm</vt:lpstr>
      <vt:lpstr>Hunt’s Algorithm</vt:lpstr>
      <vt:lpstr>Hunt’s Algorithm</vt:lpstr>
      <vt:lpstr>Design Issues of Decision Tree Induction</vt:lpstr>
      <vt:lpstr>Methods for Expressing Test Conditions</vt:lpstr>
      <vt:lpstr>Test Condition for Nominal Attributes</vt:lpstr>
      <vt:lpstr>Test Condition for Ordinal Attributes</vt:lpstr>
      <vt:lpstr>Test Condition for Continuous Attributes</vt:lpstr>
      <vt:lpstr>Splitting Based on Continuous Attributes</vt:lpstr>
      <vt:lpstr>How to determine the Best Split</vt:lpstr>
      <vt:lpstr>How to determine the Best Split</vt:lpstr>
      <vt:lpstr>Measures of Node Impurity</vt:lpstr>
      <vt:lpstr>Finding the Best Split</vt:lpstr>
      <vt:lpstr>Finding the Best Split</vt:lpstr>
      <vt:lpstr>Measure of Impurity: GINI</vt:lpstr>
      <vt:lpstr>Measure of Impurity: GINI</vt:lpstr>
      <vt:lpstr>Computing Gini Index of a Single Node</vt:lpstr>
      <vt:lpstr>Computing Gini Index for a Collection of Nodes</vt:lpstr>
      <vt:lpstr>Binary Attributes: Computing GINI Index</vt:lpstr>
      <vt:lpstr>Categorical Attributes: Computing Gini Index</vt:lpstr>
      <vt:lpstr>Continuous Attributes: Computing Gini Index</vt:lpstr>
      <vt:lpstr>Continuous Attributes: Computing Gini Index...</vt:lpstr>
      <vt:lpstr>Continuous Attributes: Computing Gini Index...</vt:lpstr>
      <vt:lpstr>Continuous Attributes: Computing Gini Index...</vt:lpstr>
      <vt:lpstr>Continuous Attributes: Computing Gini Index...</vt:lpstr>
      <vt:lpstr>Continuous Attributes: Computing Gini Index...</vt:lpstr>
      <vt:lpstr>Measure of Impurity: Entropy</vt:lpstr>
      <vt:lpstr>Computing Entropy of a Single Node</vt:lpstr>
      <vt:lpstr>Computing Information Gain After Splitting</vt:lpstr>
      <vt:lpstr>Problem with large number of partitions</vt:lpstr>
      <vt:lpstr>Gain Ratio</vt:lpstr>
      <vt:lpstr>Gain Ratio</vt:lpstr>
      <vt:lpstr>Measure of Impurity: Classification Error</vt:lpstr>
      <vt:lpstr>Computing Error of a Single Node</vt:lpstr>
      <vt:lpstr>Comparison among Impurity Measures</vt:lpstr>
      <vt:lpstr>Misclassification Error vs Gini Index</vt:lpstr>
      <vt:lpstr>Misclassification Error vs Gini Index</vt:lpstr>
      <vt:lpstr>Decision Tree Based Classification</vt:lpstr>
      <vt:lpstr>Handling interactions</vt:lpstr>
      <vt:lpstr>Slide 57</vt:lpstr>
      <vt:lpstr>Handling interactions given irrelevant attributes</vt:lpstr>
      <vt:lpstr>Limitations of single attribute-based decision boundaries</vt:lpstr>
      <vt:lpstr>Slide 60</vt:lpstr>
      <vt:lpstr>Slide 61</vt:lpstr>
      <vt:lpstr>Slide 62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Classification: Basic Concepts and Techniques</dc:title>
  <dc:creator>anujkarpatne@gmail.com</dc:creator>
  <cp:lastModifiedBy>kotamanu@gmail.com</cp:lastModifiedBy>
  <cp:revision>75</cp:revision>
  <cp:lastPrinted>2019-08-23T17:53:06Z</cp:lastPrinted>
  <dcterms:created xsi:type="dcterms:W3CDTF">2018-02-14T20:41:00Z</dcterms:created>
  <dcterms:modified xsi:type="dcterms:W3CDTF">2023-02-13T10:20:07Z</dcterms:modified>
</cp:coreProperties>
</file>